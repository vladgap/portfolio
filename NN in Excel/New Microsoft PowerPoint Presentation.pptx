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450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ladimir Gaponenko (Tami)" userId="cbca5b29-f52a-4b63-a980-35b2d4677d63" providerId="ADAL" clId="{A2164127-7C71-4786-A1AE-D61943C17498}"/>
    <pc:docChg chg="undo redo custSel addSld modSld">
      <pc:chgData name="Vladimir Gaponenko (Tami)" userId="cbca5b29-f52a-4b63-a980-35b2d4677d63" providerId="ADAL" clId="{A2164127-7C71-4786-A1AE-D61943C17498}" dt="2026-01-20T12:38:03.650" v="648" actId="20577"/>
      <pc:docMkLst>
        <pc:docMk/>
      </pc:docMkLst>
      <pc:sldChg chg="addSp delSp modSp new mod">
        <pc:chgData name="Vladimir Gaponenko (Tami)" userId="cbca5b29-f52a-4b63-a980-35b2d4677d63" providerId="ADAL" clId="{A2164127-7C71-4786-A1AE-D61943C17498}" dt="2026-01-20T11:55:32.282" v="289" actId="478"/>
        <pc:sldMkLst>
          <pc:docMk/>
          <pc:sldMk cId="2723597698" sldId="256"/>
        </pc:sldMkLst>
        <pc:spChg chg="add mod topLvl">
          <ac:chgData name="Vladimir Gaponenko (Tami)" userId="cbca5b29-f52a-4b63-a980-35b2d4677d63" providerId="ADAL" clId="{A2164127-7C71-4786-A1AE-D61943C17498}" dt="2026-01-20T11:54:06.988" v="280"/>
          <ac:spMkLst>
            <pc:docMk/>
            <pc:sldMk cId="2723597698" sldId="256"/>
            <ac:spMk id="2" creationId="{2EE9A9D5-0447-9C99-41B9-70E34F32BB8A}"/>
          </ac:spMkLst>
        </pc:spChg>
        <pc:spChg chg="add mod">
          <ac:chgData name="Vladimir Gaponenko (Tami)" userId="cbca5b29-f52a-4b63-a980-35b2d4677d63" providerId="ADAL" clId="{A2164127-7C71-4786-A1AE-D61943C17498}" dt="2026-01-20T11:22:02.806" v="36" actId="1076"/>
          <ac:spMkLst>
            <pc:docMk/>
            <pc:sldMk cId="2723597698" sldId="256"/>
            <ac:spMk id="3" creationId="{29FB880A-5300-8FC8-5C88-777FEEEF5486}"/>
          </ac:spMkLst>
        </pc:spChg>
        <pc:spChg chg="add mod">
          <ac:chgData name="Vladimir Gaponenko (Tami)" userId="cbca5b29-f52a-4b63-a980-35b2d4677d63" providerId="ADAL" clId="{A2164127-7C71-4786-A1AE-D61943C17498}" dt="2026-01-20T11:22:02.806" v="36" actId="1076"/>
          <ac:spMkLst>
            <pc:docMk/>
            <pc:sldMk cId="2723597698" sldId="256"/>
            <ac:spMk id="4" creationId="{C4B6A9F8-BDAB-8DD7-98C4-EAE1D116798A}"/>
          </ac:spMkLst>
        </pc:spChg>
        <pc:spChg chg="add mod">
          <ac:chgData name="Vladimir Gaponenko (Tami)" userId="cbca5b29-f52a-4b63-a980-35b2d4677d63" providerId="ADAL" clId="{A2164127-7C71-4786-A1AE-D61943C17498}" dt="2026-01-20T11:22:02.806" v="36" actId="1076"/>
          <ac:spMkLst>
            <pc:docMk/>
            <pc:sldMk cId="2723597698" sldId="256"/>
            <ac:spMk id="5" creationId="{A1D5073A-D447-64D3-3A17-0A17B808DE83}"/>
          </ac:spMkLst>
        </pc:spChg>
        <pc:spChg chg="add mod topLvl">
          <ac:chgData name="Vladimir Gaponenko (Tami)" userId="cbca5b29-f52a-4b63-a980-35b2d4677d63" providerId="ADAL" clId="{A2164127-7C71-4786-A1AE-D61943C17498}" dt="2026-01-20T11:54:06.988" v="280"/>
          <ac:spMkLst>
            <pc:docMk/>
            <pc:sldMk cId="2723597698" sldId="256"/>
            <ac:spMk id="6" creationId="{B59A39BF-0D5D-3753-4338-D2289F52F5CF}"/>
          </ac:spMkLst>
        </pc:spChg>
        <pc:spChg chg="add mod topLvl">
          <ac:chgData name="Vladimir Gaponenko (Tami)" userId="cbca5b29-f52a-4b63-a980-35b2d4677d63" providerId="ADAL" clId="{A2164127-7C71-4786-A1AE-D61943C17498}" dt="2026-01-20T11:36:54.729" v="189" actId="165"/>
          <ac:spMkLst>
            <pc:docMk/>
            <pc:sldMk cId="2723597698" sldId="256"/>
            <ac:spMk id="7" creationId="{406FAA17-3241-34A0-87D0-6403C57BB04B}"/>
          </ac:spMkLst>
        </pc:spChg>
        <pc:spChg chg="add mod topLvl">
          <ac:chgData name="Vladimir Gaponenko (Tami)" userId="cbca5b29-f52a-4b63-a980-35b2d4677d63" providerId="ADAL" clId="{A2164127-7C71-4786-A1AE-D61943C17498}" dt="2026-01-20T11:54:06.988" v="280"/>
          <ac:spMkLst>
            <pc:docMk/>
            <pc:sldMk cId="2723597698" sldId="256"/>
            <ac:spMk id="8" creationId="{52AF97D0-F7C4-9B28-9038-DED94FAD0483}"/>
          </ac:spMkLst>
        </pc:spChg>
        <pc:spChg chg="add mod">
          <ac:chgData name="Vladimir Gaponenko (Tami)" userId="cbca5b29-f52a-4b63-a980-35b2d4677d63" providerId="ADAL" clId="{A2164127-7C71-4786-A1AE-D61943C17498}" dt="2026-01-20T11:22:02.806" v="36" actId="1076"/>
          <ac:spMkLst>
            <pc:docMk/>
            <pc:sldMk cId="2723597698" sldId="256"/>
            <ac:spMk id="9" creationId="{C577CDE1-8391-32D5-72A3-ABF7F37B0E82}"/>
          </ac:spMkLst>
        </pc:spChg>
        <pc:spChg chg="add mod">
          <ac:chgData name="Vladimir Gaponenko (Tami)" userId="cbca5b29-f52a-4b63-a980-35b2d4677d63" providerId="ADAL" clId="{A2164127-7C71-4786-A1AE-D61943C17498}" dt="2026-01-20T11:31:28.488" v="143" actId="20577"/>
          <ac:spMkLst>
            <pc:docMk/>
            <pc:sldMk cId="2723597698" sldId="256"/>
            <ac:spMk id="10" creationId="{6D1373C2-112B-CF36-7FB6-9424D178F7B1}"/>
          </ac:spMkLst>
        </pc:spChg>
        <pc:spChg chg="add del mod">
          <ac:chgData name="Vladimir Gaponenko (Tami)" userId="cbca5b29-f52a-4b63-a980-35b2d4677d63" providerId="ADAL" clId="{A2164127-7C71-4786-A1AE-D61943C17498}" dt="2026-01-20T11:31:18.163" v="138" actId="478"/>
          <ac:spMkLst>
            <pc:docMk/>
            <pc:sldMk cId="2723597698" sldId="256"/>
            <ac:spMk id="11" creationId="{2765A6EF-2BF5-3815-F807-8FC241F2BF54}"/>
          </ac:spMkLst>
        </pc:spChg>
        <pc:spChg chg="add mod">
          <ac:chgData name="Vladimir Gaponenko (Tami)" userId="cbca5b29-f52a-4b63-a980-35b2d4677d63" providerId="ADAL" clId="{A2164127-7C71-4786-A1AE-D61943C17498}" dt="2026-01-20T11:32:44.597" v="171" actId="1035"/>
          <ac:spMkLst>
            <pc:docMk/>
            <pc:sldMk cId="2723597698" sldId="256"/>
            <ac:spMk id="12" creationId="{89E160AA-BAA7-E32F-3E78-73527F6E0DCE}"/>
          </ac:spMkLst>
        </pc:spChg>
        <pc:spChg chg="add mod topLvl">
          <ac:chgData name="Vladimir Gaponenko (Tami)" userId="cbca5b29-f52a-4b63-a980-35b2d4677d63" providerId="ADAL" clId="{A2164127-7C71-4786-A1AE-D61943C17498}" dt="2026-01-20T11:54:06.988" v="280"/>
          <ac:spMkLst>
            <pc:docMk/>
            <pc:sldMk cId="2723597698" sldId="256"/>
            <ac:spMk id="13" creationId="{CA158EEE-12D2-D8BD-7289-9135A8802663}"/>
          </ac:spMkLst>
        </pc:spChg>
        <pc:spChg chg="add mod">
          <ac:chgData name="Vladimir Gaponenko (Tami)" userId="cbca5b29-f52a-4b63-a980-35b2d4677d63" providerId="ADAL" clId="{A2164127-7C71-4786-A1AE-D61943C17498}" dt="2026-01-20T11:24:38.780" v="67" actId="1076"/>
          <ac:spMkLst>
            <pc:docMk/>
            <pc:sldMk cId="2723597698" sldId="256"/>
            <ac:spMk id="14" creationId="{2FF4FB03-2260-5451-4C9C-32465AE55D8E}"/>
          </ac:spMkLst>
        </pc:spChg>
        <pc:spChg chg="add mod">
          <ac:chgData name="Vladimir Gaponenko (Tami)" userId="cbca5b29-f52a-4b63-a980-35b2d4677d63" providerId="ADAL" clId="{A2164127-7C71-4786-A1AE-D61943C17498}" dt="2026-01-20T11:24:38.780" v="67" actId="1076"/>
          <ac:spMkLst>
            <pc:docMk/>
            <pc:sldMk cId="2723597698" sldId="256"/>
            <ac:spMk id="15" creationId="{DAD1036C-C440-8F58-6BF6-EDF70C4B4CDE}"/>
          </ac:spMkLst>
        </pc:spChg>
        <pc:spChg chg="add mod">
          <ac:chgData name="Vladimir Gaponenko (Tami)" userId="cbca5b29-f52a-4b63-a980-35b2d4677d63" providerId="ADAL" clId="{A2164127-7C71-4786-A1AE-D61943C17498}" dt="2026-01-20T11:24:38.780" v="67" actId="1076"/>
          <ac:spMkLst>
            <pc:docMk/>
            <pc:sldMk cId="2723597698" sldId="256"/>
            <ac:spMk id="16" creationId="{1B6DFEA5-C29B-A25B-990A-D28F9B6CCC93}"/>
          </ac:spMkLst>
        </pc:spChg>
        <pc:spChg chg="add mod topLvl">
          <ac:chgData name="Vladimir Gaponenko (Tami)" userId="cbca5b29-f52a-4b63-a980-35b2d4677d63" providerId="ADAL" clId="{A2164127-7C71-4786-A1AE-D61943C17498}" dt="2026-01-20T11:54:06.988" v="280"/>
          <ac:spMkLst>
            <pc:docMk/>
            <pc:sldMk cId="2723597698" sldId="256"/>
            <ac:spMk id="17" creationId="{4F82B87F-4771-3FE7-F996-41E6675DB966}"/>
          </ac:spMkLst>
        </pc:spChg>
        <pc:spChg chg="mod topLvl">
          <ac:chgData name="Vladimir Gaponenko (Tami)" userId="cbca5b29-f52a-4b63-a980-35b2d4677d63" providerId="ADAL" clId="{A2164127-7C71-4786-A1AE-D61943C17498}" dt="2026-01-20T11:54:06.988" v="280"/>
          <ac:spMkLst>
            <pc:docMk/>
            <pc:sldMk cId="2723597698" sldId="256"/>
            <ac:spMk id="18" creationId="{6664683D-F2FE-4C6E-6D2E-4617B8B5141A}"/>
          </ac:spMkLst>
        </pc:spChg>
        <pc:spChg chg="add mod">
          <ac:chgData name="Vladimir Gaponenko (Tami)" userId="cbca5b29-f52a-4b63-a980-35b2d4677d63" providerId="ADAL" clId="{A2164127-7C71-4786-A1AE-D61943C17498}" dt="2026-01-20T11:24:38.780" v="67" actId="1076"/>
          <ac:spMkLst>
            <pc:docMk/>
            <pc:sldMk cId="2723597698" sldId="256"/>
            <ac:spMk id="19" creationId="{9B97DA3F-CE62-0D7C-A312-523D538CC962}"/>
          </ac:spMkLst>
        </pc:spChg>
        <pc:spChg chg="add mod">
          <ac:chgData name="Vladimir Gaponenko (Tami)" userId="cbca5b29-f52a-4b63-a980-35b2d4677d63" providerId="ADAL" clId="{A2164127-7C71-4786-A1AE-D61943C17498}" dt="2026-01-20T11:26:35.009" v="132" actId="1036"/>
          <ac:spMkLst>
            <pc:docMk/>
            <pc:sldMk cId="2723597698" sldId="256"/>
            <ac:spMk id="20" creationId="{4DBEAC7F-0F00-324D-D144-3330F7982CC5}"/>
          </ac:spMkLst>
        </pc:spChg>
        <pc:spChg chg="add mod topLvl">
          <ac:chgData name="Vladimir Gaponenko (Tami)" userId="cbca5b29-f52a-4b63-a980-35b2d4677d63" providerId="ADAL" clId="{A2164127-7C71-4786-A1AE-D61943C17498}" dt="2026-01-20T11:54:06.988" v="280"/>
          <ac:spMkLst>
            <pc:docMk/>
            <pc:sldMk cId="2723597698" sldId="256"/>
            <ac:spMk id="21" creationId="{80025A5D-CE49-94F7-620F-EEF26EAC0E26}"/>
          </ac:spMkLst>
        </pc:spChg>
        <pc:spChg chg="add del mod">
          <ac:chgData name="Vladimir Gaponenko (Tami)" userId="cbca5b29-f52a-4b63-a980-35b2d4677d63" providerId="ADAL" clId="{A2164127-7C71-4786-A1AE-D61943C17498}" dt="2026-01-20T11:31:21.160" v="139" actId="478"/>
          <ac:spMkLst>
            <pc:docMk/>
            <pc:sldMk cId="2723597698" sldId="256"/>
            <ac:spMk id="22" creationId="{ECBD8CFB-908D-A512-69B0-F5AC2662B988}"/>
          </ac:spMkLst>
        </pc:spChg>
        <pc:spChg chg="add mod topLvl">
          <ac:chgData name="Vladimir Gaponenko (Tami)" userId="cbca5b29-f52a-4b63-a980-35b2d4677d63" providerId="ADAL" clId="{A2164127-7C71-4786-A1AE-D61943C17498}" dt="2026-01-20T11:54:06.988" v="280"/>
          <ac:spMkLst>
            <pc:docMk/>
            <pc:sldMk cId="2723597698" sldId="256"/>
            <ac:spMk id="23" creationId="{148843FB-0C36-260A-CE62-A911B4A1895D}"/>
          </ac:spMkLst>
        </pc:spChg>
        <pc:spChg chg="add del">
          <ac:chgData name="Vladimir Gaponenko (Tami)" userId="cbca5b29-f52a-4b63-a980-35b2d4677d63" providerId="ADAL" clId="{A2164127-7C71-4786-A1AE-D61943C17498}" dt="2026-01-20T11:20:17.771" v="25" actId="478"/>
          <ac:spMkLst>
            <pc:docMk/>
            <pc:sldMk cId="2723597698" sldId="256"/>
            <ac:spMk id="24" creationId="{4EA9AB6E-C393-A77A-18A6-C2274C2A4868}"/>
          </ac:spMkLst>
        </pc:spChg>
        <pc:spChg chg="add mod">
          <ac:chgData name="Vladimir Gaponenko (Tami)" userId="cbca5b29-f52a-4b63-a980-35b2d4677d63" providerId="ADAL" clId="{A2164127-7C71-4786-A1AE-D61943C17498}" dt="2026-01-20T11:35:46.194" v="175" actId="1076"/>
          <ac:spMkLst>
            <pc:docMk/>
            <pc:sldMk cId="2723597698" sldId="256"/>
            <ac:spMk id="25" creationId="{3416598A-515F-03EC-5FB4-13015CFB69B4}"/>
          </ac:spMkLst>
        </pc:spChg>
        <pc:spChg chg="add mod topLvl">
          <ac:chgData name="Vladimir Gaponenko (Tami)" userId="cbca5b29-f52a-4b63-a980-35b2d4677d63" providerId="ADAL" clId="{A2164127-7C71-4786-A1AE-D61943C17498}" dt="2026-01-20T11:54:06.988" v="280"/>
          <ac:spMkLst>
            <pc:docMk/>
            <pc:sldMk cId="2723597698" sldId="256"/>
            <ac:spMk id="26" creationId="{C62FC98A-8083-D58C-055C-6C30007E6080}"/>
          </ac:spMkLst>
        </pc:spChg>
        <pc:spChg chg="add mod">
          <ac:chgData name="Vladimir Gaponenko (Tami)" userId="cbca5b29-f52a-4b63-a980-35b2d4677d63" providerId="ADAL" clId="{A2164127-7C71-4786-A1AE-D61943C17498}" dt="2026-01-20T11:25:17.024" v="83" actId="403"/>
          <ac:spMkLst>
            <pc:docMk/>
            <pc:sldMk cId="2723597698" sldId="256"/>
            <ac:spMk id="39" creationId="{3691EE3D-D0A3-1EE5-54DD-DA97430C8CF8}"/>
          </ac:spMkLst>
        </pc:spChg>
        <pc:spChg chg="add mod">
          <ac:chgData name="Vladimir Gaponenko (Tami)" userId="cbca5b29-f52a-4b63-a980-35b2d4677d63" providerId="ADAL" clId="{A2164127-7C71-4786-A1AE-D61943C17498}" dt="2026-01-20T11:36:06.339" v="182" actId="1076"/>
          <ac:spMkLst>
            <pc:docMk/>
            <pc:sldMk cId="2723597698" sldId="256"/>
            <ac:spMk id="52" creationId="{87F95F1B-CAA4-6893-7DB1-E708700D11D9}"/>
          </ac:spMkLst>
        </pc:spChg>
        <pc:spChg chg="add mod topLvl">
          <ac:chgData name="Vladimir Gaponenko (Tami)" userId="cbca5b29-f52a-4b63-a980-35b2d4677d63" providerId="ADAL" clId="{A2164127-7C71-4786-A1AE-D61943C17498}" dt="2026-01-20T11:54:06.988" v="280"/>
          <ac:spMkLst>
            <pc:docMk/>
            <pc:sldMk cId="2723597698" sldId="256"/>
            <ac:spMk id="53" creationId="{66245FBE-4708-FD27-60C3-A2EE519A3C43}"/>
          </ac:spMkLst>
        </pc:spChg>
        <pc:spChg chg="add mod">
          <ac:chgData name="Vladimir Gaponenko (Tami)" userId="cbca5b29-f52a-4b63-a980-35b2d4677d63" providerId="ADAL" clId="{A2164127-7C71-4786-A1AE-D61943C17498}" dt="2026-01-20T11:53:26.823" v="270" actId="1076"/>
          <ac:spMkLst>
            <pc:docMk/>
            <pc:sldMk cId="2723597698" sldId="256"/>
            <ac:spMk id="55" creationId="{3E98E792-5883-EE6A-42BC-054C0751296A}"/>
          </ac:spMkLst>
        </pc:spChg>
        <pc:spChg chg="add mod">
          <ac:chgData name="Vladimir Gaponenko (Tami)" userId="cbca5b29-f52a-4b63-a980-35b2d4677d63" providerId="ADAL" clId="{A2164127-7C71-4786-A1AE-D61943C17498}" dt="2026-01-20T11:42:12.208" v="232" actId="164"/>
          <ac:spMkLst>
            <pc:docMk/>
            <pc:sldMk cId="2723597698" sldId="256"/>
            <ac:spMk id="56" creationId="{670A2335-D084-5657-C6BB-0AB0435F0BEA}"/>
          </ac:spMkLst>
        </pc:spChg>
        <pc:spChg chg="add mod">
          <ac:chgData name="Vladimir Gaponenko (Tami)" userId="cbca5b29-f52a-4b63-a980-35b2d4677d63" providerId="ADAL" clId="{A2164127-7C71-4786-A1AE-D61943C17498}" dt="2026-01-20T11:42:12.208" v="232" actId="164"/>
          <ac:spMkLst>
            <pc:docMk/>
            <pc:sldMk cId="2723597698" sldId="256"/>
            <ac:spMk id="57" creationId="{57158892-2CBB-510E-E74D-5350757C18A0}"/>
          </ac:spMkLst>
        </pc:spChg>
        <pc:spChg chg="mod">
          <ac:chgData name="Vladimir Gaponenko (Tami)" userId="cbca5b29-f52a-4b63-a980-35b2d4677d63" providerId="ADAL" clId="{A2164127-7C71-4786-A1AE-D61943C17498}" dt="2026-01-20T11:52:31.915" v="264" actId="1076"/>
          <ac:spMkLst>
            <pc:docMk/>
            <pc:sldMk cId="2723597698" sldId="256"/>
            <ac:spMk id="72" creationId="{BCE6CFAC-D35D-1EBC-FB37-72C5EBF204F5}"/>
          </ac:spMkLst>
        </pc:spChg>
        <pc:spChg chg="add del mod">
          <ac:chgData name="Vladimir Gaponenko (Tami)" userId="cbca5b29-f52a-4b63-a980-35b2d4677d63" providerId="ADAL" clId="{A2164127-7C71-4786-A1AE-D61943C17498}" dt="2026-01-20T11:51:50.032" v="257" actId="478"/>
          <ac:spMkLst>
            <pc:docMk/>
            <pc:sldMk cId="2723597698" sldId="256"/>
            <ac:spMk id="73" creationId="{FA167815-D038-9FA7-B216-F5A61751A05C}"/>
          </ac:spMkLst>
        </pc:spChg>
        <pc:grpChg chg="add mod">
          <ac:chgData name="Vladimir Gaponenko (Tami)" userId="cbca5b29-f52a-4b63-a980-35b2d4677d63" providerId="ADAL" clId="{A2164127-7C71-4786-A1AE-D61943C17498}" dt="2026-01-20T11:51:57.101" v="258"/>
          <ac:grpSpMkLst>
            <pc:docMk/>
            <pc:sldMk cId="2723597698" sldId="256"/>
            <ac:grpSpMk id="40" creationId="{A0BB1460-2A7D-9184-F8E7-DC4468A02136}"/>
          </ac:grpSpMkLst>
        </pc:grpChg>
        <pc:grpChg chg="mod">
          <ac:chgData name="Vladimir Gaponenko (Tami)" userId="cbca5b29-f52a-4b63-a980-35b2d4677d63" providerId="ADAL" clId="{A2164127-7C71-4786-A1AE-D61943C17498}" dt="2026-01-20T11:42:12.208" v="232" actId="164"/>
          <ac:grpSpMkLst>
            <pc:docMk/>
            <pc:sldMk cId="2723597698" sldId="256"/>
            <ac:grpSpMk id="54" creationId="{53B9C8D0-72B1-9527-5F37-69048A7CAB6D}"/>
          </ac:grpSpMkLst>
        </pc:grpChg>
        <pc:grpChg chg="add mod">
          <ac:chgData name="Vladimir Gaponenko (Tami)" userId="cbca5b29-f52a-4b63-a980-35b2d4677d63" providerId="ADAL" clId="{A2164127-7C71-4786-A1AE-D61943C17498}" dt="2026-01-20T11:42:12.208" v="232" actId="164"/>
          <ac:grpSpMkLst>
            <pc:docMk/>
            <pc:sldMk cId="2723597698" sldId="256"/>
            <ac:grpSpMk id="58" creationId="{54A609CE-D889-99AD-44F3-0034BFD03DD5}"/>
          </ac:grpSpMkLst>
        </pc:grpChg>
        <pc:grpChg chg="add del mod">
          <ac:chgData name="Vladimir Gaponenko (Tami)" userId="cbca5b29-f52a-4b63-a980-35b2d4677d63" providerId="ADAL" clId="{A2164127-7C71-4786-A1AE-D61943C17498}" dt="2026-01-20T11:55:32.282" v="289" actId="478"/>
          <ac:grpSpMkLst>
            <pc:docMk/>
            <pc:sldMk cId="2723597698" sldId="256"/>
            <ac:grpSpMk id="59" creationId="{550CD259-32C2-BD56-ABC3-E2E81E398817}"/>
          </ac:grpSpMkLst>
        </pc:grpChg>
        <pc:cxnChg chg="add mod">
          <ac:chgData name="Vladimir Gaponenko (Tami)" userId="cbca5b29-f52a-4b63-a980-35b2d4677d63" providerId="ADAL" clId="{A2164127-7C71-4786-A1AE-D61943C17498}" dt="2026-01-20T11:52:14.077" v="261" actId="14100"/>
          <ac:cxnSpMkLst>
            <pc:docMk/>
            <pc:sldMk cId="2723597698" sldId="256"/>
            <ac:cxnSpMk id="28" creationId="{A2AFA12C-61B0-521B-E740-BC2B066BABFD}"/>
          </ac:cxnSpMkLst>
        </pc:cxnChg>
        <pc:cxnChg chg="add mod">
          <ac:chgData name="Vladimir Gaponenko (Tami)" userId="cbca5b29-f52a-4b63-a980-35b2d4677d63" providerId="ADAL" clId="{A2164127-7C71-4786-A1AE-D61943C17498}" dt="2026-01-20T11:51:57.101" v="258"/>
          <ac:cxnSpMkLst>
            <pc:docMk/>
            <pc:sldMk cId="2723597698" sldId="256"/>
            <ac:cxnSpMk id="30" creationId="{2683F066-37B5-01CD-F75E-657FFB1819C2}"/>
          </ac:cxnSpMkLst>
        </pc:cxnChg>
        <pc:cxnChg chg="add mod">
          <ac:chgData name="Vladimir Gaponenko (Tami)" userId="cbca5b29-f52a-4b63-a980-35b2d4677d63" providerId="ADAL" clId="{A2164127-7C71-4786-A1AE-D61943C17498}" dt="2026-01-20T11:51:57.101" v="258"/>
          <ac:cxnSpMkLst>
            <pc:docMk/>
            <pc:sldMk cId="2723597698" sldId="256"/>
            <ac:cxnSpMk id="32" creationId="{ECD5157E-A498-2FEB-A3A7-BE7E810D709D}"/>
          </ac:cxnSpMkLst>
        </pc:cxnChg>
        <pc:cxnChg chg="add mod">
          <ac:chgData name="Vladimir Gaponenko (Tami)" userId="cbca5b29-f52a-4b63-a980-35b2d4677d63" providerId="ADAL" clId="{A2164127-7C71-4786-A1AE-D61943C17498}" dt="2026-01-20T11:51:57.101" v="258"/>
          <ac:cxnSpMkLst>
            <pc:docMk/>
            <pc:sldMk cId="2723597698" sldId="256"/>
            <ac:cxnSpMk id="34" creationId="{CC48F5DB-81C7-BB24-6D83-B121EE11136A}"/>
          </ac:cxnSpMkLst>
        </pc:cxnChg>
        <pc:cxnChg chg="add mod">
          <ac:chgData name="Vladimir Gaponenko (Tami)" userId="cbca5b29-f52a-4b63-a980-35b2d4677d63" providerId="ADAL" clId="{A2164127-7C71-4786-A1AE-D61943C17498}" dt="2026-01-20T11:51:57.101" v="258"/>
          <ac:cxnSpMkLst>
            <pc:docMk/>
            <pc:sldMk cId="2723597698" sldId="256"/>
            <ac:cxnSpMk id="36" creationId="{0C5F9471-C4FF-1F82-08FC-98304DBA7E3B}"/>
          </ac:cxnSpMkLst>
        </pc:cxnChg>
        <pc:cxnChg chg="add mod">
          <ac:chgData name="Vladimir Gaponenko (Tami)" userId="cbca5b29-f52a-4b63-a980-35b2d4677d63" providerId="ADAL" clId="{A2164127-7C71-4786-A1AE-D61943C17498}" dt="2026-01-20T11:43:58.885" v="252" actId="1582"/>
          <ac:cxnSpMkLst>
            <pc:docMk/>
            <pc:sldMk cId="2723597698" sldId="256"/>
            <ac:cxnSpMk id="42" creationId="{78A08735-FAE2-8FC0-5F81-2D3E63C6F65D}"/>
          </ac:cxnSpMkLst>
        </pc:cxnChg>
        <pc:cxnChg chg="add mod">
          <ac:chgData name="Vladimir Gaponenko (Tami)" userId="cbca5b29-f52a-4b63-a980-35b2d4677d63" providerId="ADAL" clId="{A2164127-7C71-4786-A1AE-D61943C17498}" dt="2026-01-20T11:43:58.885" v="252" actId="1582"/>
          <ac:cxnSpMkLst>
            <pc:docMk/>
            <pc:sldMk cId="2723597698" sldId="256"/>
            <ac:cxnSpMk id="44" creationId="{CC06DCBA-0CFD-7938-ABB2-EDC92DC4D2BD}"/>
          </ac:cxnSpMkLst>
        </pc:cxnChg>
        <pc:cxnChg chg="add mod">
          <ac:chgData name="Vladimir Gaponenko (Tami)" userId="cbca5b29-f52a-4b63-a980-35b2d4677d63" providerId="ADAL" clId="{A2164127-7C71-4786-A1AE-D61943C17498}" dt="2026-01-20T11:43:58.885" v="252" actId="1582"/>
          <ac:cxnSpMkLst>
            <pc:docMk/>
            <pc:sldMk cId="2723597698" sldId="256"/>
            <ac:cxnSpMk id="46" creationId="{7ED549A3-5981-62A4-DF21-FD074EA4B5EC}"/>
          </ac:cxnSpMkLst>
        </pc:cxnChg>
        <pc:cxnChg chg="add mod">
          <ac:chgData name="Vladimir Gaponenko (Tami)" userId="cbca5b29-f52a-4b63-a980-35b2d4677d63" providerId="ADAL" clId="{A2164127-7C71-4786-A1AE-D61943C17498}" dt="2026-01-20T11:43:58.885" v="252" actId="1582"/>
          <ac:cxnSpMkLst>
            <pc:docMk/>
            <pc:sldMk cId="2723597698" sldId="256"/>
            <ac:cxnSpMk id="48" creationId="{7C4F5EA0-B596-EA46-2071-D47499DCD289}"/>
          </ac:cxnSpMkLst>
        </pc:cxnChg>
        <pc:cxnChg chg="add mod">
          <ac:chgData name="Vladimir Gaponenko (Tami)" userId="cbca5b29-f52a-4b63-a980-35b2d4677d63" providerId="ADAL" clId="{A2164127-7C71-4786-A1AE-D61943C17498}" dt="2026-01-20T11:43:58.885" v="252" actId="1582"/>
          <ac:cxnSpMkLst>
            <pc:docMk/>
            <pc:sldMk cId="2723597698" sldId="256"/>
            <ac:cxnSpMk id="50" creationId="{3F175722-E5C5-88E4-F013-7466626914E9}"/>
          </ac:cxnSpMkLst>
        </pc:cxnChg>
        <pc:cxnChg chg="mod">
          <ac:chgData name="Vladimir Gaponenko (Tami)" userId="cbca5b29-f52a-4b63-a980-35b2d4677d63" providerId="ADAL" clId="{A2164127-7C71-4786-A1AE-D61943C17498}" dt="2026-01-20T11:43:33.131" v="248" actId="13822"/>
          <ac:cxnSpMkLst>
            <pc:docMk/>
            <pc:sldMk cId="2723597698" sldId="256"/>
            <ac:cxnSpMk id="60" creationId="{EC4FBEAA-23DC-EA20-9D6C-919D4D921C84}"/>
          </ac:cxnSpMkLst>
        </pc:cxnChg>
        <pc:cxnChg chg="mod">
          <ac:chgData name="Vladimir Gaponenko (Tami)" userId="cbca5b29-f52a-4b63-a980-35b2d4677d63" providerId="ADAL" clId="{A2164127-7C71-4786-A1AE-D61943C17498}" dt="2026-01-20T11:55:32.282" v="289" actId="478"/>
          <ac:cxnSpMkLst>
            <pc:docMk/>
            <pc:sldMk cId="2723597698" sldId="256"/>
            <ac:cxnSpMk id="61" creationId="{11951BFF-17B1-4502-A12E-97E5D3FD2075}"/>
          </ac:cxnSpMkLst>
        </pc:cxnChg>
        <pc:cxnChg chg="mod">
          <ac:chgData name="Vladimir Gaponenko (Tami)" userId="cbca5b29-f52a-4b63-a980-35b2d4677d63" providerId="ADAL" clId="{A2164127-7C71-4786-A1AE-D61943C17498}" dt="2026-01-20T11:53:39.872" v="274" actId="14100"/>
          <ac:cxnSpMkLst>
            <pc:docMk/>
            <pc:sldMk cId="2723597698" sldId="256"/>
            <ac:cxnSpMk id="62" creationId="{7DF1510C-3A76-B767-236D-DD251E1BCF8E}"/>
          </ac:cxnSpMkLst>
        </pc:cxnChg>
        <pc:cxnChg chg="mod">
          <ac:chgData name="Vladimir Gaponenko (Tami)" userId="cbca5b29-f52a-4b63-a980-35b2d4677d63" providerId="ADAL" clId="{A2164127-7C71-4786-A1AE-D61943C17498}" dt="2026-01-20T11:43:33.131" v="248" actId="13822"/>
          <ac:cxnSpMkLst>
            <pc:docMk/>
            <pc:sldMk cId="2723597698" sldId="256"/>
            <ac:cxnSpMk id="69" creationId="{764BBC92-FBA8-8EF0-B99A-1284531F3E5D}"/>
          </ac:cxnSpMkLst>
        </pc:cxnChg>
        <pc:cxnChg chg="add mod">
          <ac:chgData name="Vladimir Gaponenko (Tami)" userId="cbca5b29-f52a-4b63-a980-35b2d4677d63" providerId="ADAL" clId="{A2164127-7C71-4786-A1AE-D61943C17498}" dt="2026-01-20T11:52:08.911" v="260" actId="14100"/>
          <ac:cxnSpMkLst>
            <pc:docMk/>
            <pc:sldMk cId="2723597698" sldId="256"/>
            <ac:cxnSpMk id="74" creationId="{F1DD40D8-783E-9217-A184-F5875EDC61F5}"/>
          </ac:cxnSpMkLst>
        </pc:cxnChg>
        <pc:cxnChg chg="mod">
          <ac:chgData name="Vladimir Gaponenko (Tami)" userId="cbca5b29-f52a-4b63-a980-35b2d4677d63" providerId="ADAL" clId="{A2164127-7C71-4786-A1AE-D61943C17498}" dt="2026-01-20T11:53:34.030" v="272" actId="1076"/>
          <ac:cxnSpMkLst>
            <pc:docMk/>
            <pc:sldMk cId="2723597698" sldId="256"/>
            <ac:cxnSpMk id="78" creationId="{D10B5EC0-0B79-7206-4ADB-AC93000322C1}"/>
          </ac:cxnSpMkLst>
        </pc:cxnChg>
        <pc:cxnChg chg="mod">
          <ac:chgData name="Vladimir Gaponenko (Tami)" userId="cbca5b29-f52a-4b63-a980-35b2d4677d63" providerId="ADAL" clId="{A2164127-7C71-4786-A1AE-D61943C17498}" dt="2026-01-20T11:54:20.928" v="285" actId="14100"/>
          <ac:cxnSpMkLst>
            <pc:docMk/>
            <pc:sldMk cId="2723597698" sldId="256"/>
            <ac:cxnSpMk id="81" creationId="{F9960636-DCA6-FBDA-40A4-A0B5C87F3506}"/>
          </ac:cxnSpMkLst>
        </pc:cxnChg>
        <pc:cxnChg chg="mod">
          <ac:chgData name="Vladimir Gaponenko (Tami)" userId="cbca5b29-f52a-4b63-a980-35b2d4677d63" providerId="ADAL" clId="{A2164127-7C71-4786-A1AE-D61943C17498}" dt="2026-01-20T11:55:32.282" v="289" actId="478"/>
          <ac:cxnSpMkLst>
            <pc:docMk/>
            <pc:sldMk cId="2723597698" sldId="256"/>
            <ac:cxnSpMk id="82" creationId="{A5B37C16-F90C-4CF4-11DB-D84D95F1BA09}"/>
          </ac:cxnSpMkLst>
        </pc:cxnChg>
      </pc:sldChg>
      <pc:sldChg chg="addSp delSp modSp add mod">
        <pc:chgData name="Vladimir Gaponenko (Tami)" userId="cbca5b29-f52a-4b63-a980-35b2d4677d63" providerId="ADAL" clId="{A2164127-7C71-4786-A1AE-D61943C17498}" dt="2026-01-20T12:25:34.078" v="578" actId="478"/>
        <pc:sldMkLst>
          <pc:docMk/>
          <pc:sldMk cId="4121409945" sldId="257"/>
        </pc:sldMkLst>
        <pc:spChg chg="mod topLvl">
          <ac:chgData name="Vladimir Gaponenko (Tami)" userId="cbca5b29-f52a-4b63-a980-35b2d4677d63" providerId="ADAL" clId="{A2164127-7C71-4786-A1AE-D61943C17498}" dt="2026-01-20T12:12:58.086" v="500" actId="164"/>
          <ac:spMkLst>
            <pc:docMk/>
            <pc:sldMk cId="4121409945" sldId="257"/>
            <ac:spMk id="5" creationId="{4EEB0BE3-DA16-245B-E318-844C5342F03D}"/>
          </ac:spMkLst>
        </pc:spChg>
        <pc:spChg chg="mod topLvl">
          <ac:chgData name="Vladimir Gaponenko (Tami)" userId="cbca5b29-f52a-4b63-a980-35b2d4677d63" providerId="ADAL" clId="{A2164127-7C71-4786-A1AE-D61943C17498}" dt="2026-01-20T12:12:58.086" v="500" actId="164"/>
          <ac:spMkLst>
            <pc:docMk/>
            <pc:sldMk cId="4121409945" sldId="257"/>
            <ac:spMk id="6" creationId="{2E35EC84-091B-0437-FDC7-0BF321714AF5}"/>
          </ac:spMkLst>
        </pc:spChg>
        <pc:spChg chg="mod topLvl">
          <ac:chgData name="Vladimir Gaponenko (Tami)" userId="cbca5b29-f52a-4b63-a980-35b2d4677d63" providerId="ADAL" clId="{A2164127-7C71-4786-A1AE-D61943C17498}" dt="2026-01-20T12:12:58.086" v="500" actId="164"/>
          <ac:spMkLst>
            <pc:docMk/>
            <pc:sldMk cId="4121409945" sldId="257"/>
            <ac:spMk id="7" creationId="{E7E88724-84AA-AA76-7695-8DFEA4491439}"/>
          </ac:spMkLst>
        </pc:spChg>
        <pc:spChg chg="add mod">
          <ac:chgData name="Vladimir Gaponenko (Tami)" userId="cbca5b29-f52a-4b63-a980-35b2d4677d63" providerId="ADAL" clId="{A2164127-7C71-4786-A1AE-D61943C17498}" dt="2026-01-20T12:12:58.086" v="500" actId="164"/>
          <ac:spMkLst>
            <pc:docMk/>
            <pc:sldMk cId="4121409945" sldId="257"/>
            <ac:spMk id="11" creationId="{44C20E89-9CAD-46BC-C86A-F9DDFBC607B7}"/>
          </ac:spMkLst>
        </pc:spChg>
        <pc:spChg chg="mod topLvl">
          <ac:chgData name="Vladimir Gaponenko (Tami)" userId="cbca5b29-f52a-4b63-a980-35b2d4677d63" providerId="ADAL" clId="{A2164127-7C71-4786-A1AE-D61943C17498}" dt="2026-01-20T12:12:58.086" v="500" actId="164"/>
          <ac:spMkLst>
            <pc:docMk/>
            <pc:sldMk cId="4121409945" sldId="257"/>
            <ac:spMk id="12" creationId="{7CDB42DC-3DE6-E929-A8B8-3D1CE60AE5D9}"/>
          </ac:spMkLst>
        </pc:spChg>
        <pc:spChg chg="mod topLvl">
          <ac:chgData name="Vladimir Gaponenko (Tami)" userId="cbca5b29-f52a-4b63-a980-35b2d4677d63" providerId="ADAL" clId="{A2164127-7C71-4786-A1AE-D61943C17498}" dt="2026-01-20T12:12:58.086" v="500" actId="164"/>
          <ac:spMkLst>
            <pc:docMk/>
            <pc:sldMk cId="4121409945" sldId="257"/>
            <ac:spMk id="13" creationId="{4A42DC33-191B-AC7D-08DF-862B84E74706}"/>
          </ac:spMkLst>
        </pc:spChg>
        <pc:spChg chg="mod topLvl">
          <ac:chgData name="Vladimir Gaponenko (Tami)" userId="cbca5b29-f52a-4b63-a980-35b2d4677d63" providerId="ADAL" clId="{A2164127-7C71-4786-A1AE-D61943C17498}" dt="2026-01-20T12:12:58.086" v="500" actId="164"/>
          <ac:spMkLst>
            <pc:docMk/>
            <pc:sldMk cId="4121409945" sldId="257"/>
            <ac:spMk id="14" creationId="{43765113-610D-2254-B401-18FBA1C44D4C}"/>
          </ac:spMkLst>
        </pc:spChg>
        <pc:spChg chg="mod topLvl">
          <ac:chgData name="Vladimir Gaponenko (Tami)" userId="cbca5b29-f52a-4b63-a980-35b2d4677d63" providerId="ADAL" clId="{A2164127-7C71-4786-A1AE-D61943C17498}" dt="2026-01-20T12:12:58.086" v="500" actId="164"/>
          <ac:spMkLst>
            <pc:docMk/>
            <pc:sldMk cId="4121409945" sldId="257"/>
            <ac:spMk id="16" creationId="{A75970D1-22E3-7A11-818D-EFB6FAE69BD9}"/>
          </ac:spMkLst>
        </pc:spChg>
        <pc:spChg chg="mod">
          <ac:chgData name="Vladimir Gaponenko (Tami)" userId="cbca5b29-f52a-4b63-a980-35b2d4677d63" providerId="ADAL" clId="{A2164127-7C71-4786-A1AE-D61943C17498}" dt="2026-01-20T12:11:49.545" v="492" actId="1038"/>
          <ac:spMkLst>
            <pc:docMk/>
            <pc:sldMk cId="4121409945" sldId="257"/>
            <ac:spMk id="18" creationId="{D461B58C-6169-08BE-243E-D0A9DDB30516}"/>
          </ac:spMkLst>
        </pc:spChg>
        <pc:spChg chg="mod">
          <ac:chgData name="Vladimir Gaponenko (Tami)" userId="cbca5b29-f52a-4b63-a980-35b2d4677d63" providerId="ADAL" clId="{A2164127-7C71-4786-A1AE-D61943C17498}" dt="2026-01-20T12:11:49.545" v="492" actId="1038"/>
          <ac:spMkLst>
            <pc:docMk/>
            <pc:sldMk cId="4121409945" sldId="257"/>
            <ac:spMk id="19" creationId="{57ABBAEF-F109-E5C5-D2A5-7565C1BECD3C}"/>
          </ac:spMkLst>
        </pc:spChg>
        <pc:spChg chg="mod">
          <ac:chgData name="Vladimir Gaponenko (Tami)" userId="cbca5b29-f52a-4b63-a980-35b2d4677d63" providerId="ADAL" clId="{A2164127-7C71-4786-A1AE-D61943C17498}" dt="2026-01-20T12:11:49.545" v="492" actId="1038"/>
          <ac:spMkLst>
            <pc:docMk/>
            <pc:sldMk cId="4121409945" sldId="257"/>
            <ac:spMk id="20" creationId="{DE68A8FD-3F26-0A00-9B11-7580EAE0F622}"/>
          </ac:spMkLst>
        </pc:spChg>
        <pc:spChg chg="mod">
          <ac:chgData name="Vladimir Gaponenko (Tami)" userId="cbca5b29-f52a-4b63-a980-35b2d4677d63" providerId="ADAL" clId="{A2164127-7C71-4786-A1AE-D61943C17498}" dt="2026-01-20T12:11:49.545" v="492" actId="1038"/>
          <ac:spMkLst>
            <pc:docMk/>
            <pc:sldMk cId="4121409945" sldId="257"/>
            <ac:spMk id="21" creationId="{377CF344-CCEF-5046-28F6-CBB808F9BD9F}"/>
          </ac:spMkLst>
        </pc:spChg>
        <pc:spChg chg="add mod">
          <ac:chgData name="Vladimir Gaponenko (Tami)" userId="cbca5b29-f52a-4b63-a980-35b2d4677d63" providerId="ADAL" clId="{A2164127-7C71-4786-A1AE-D61943C17498}" dt="2026-01-20T12:08:08.040" v="414" actId="1038"/>
          <ac:spMkLst>
            <pc:docMk/>
            <pc:sldMk cId="4121409945" sldId="257"/>
            <ac:spMk id="22" creationId="{8CF61671-F1AE-6F70-89B7-7D2844E9D40B}"/>
          </ac:spMkLst>
        </pc:spChg>
        <pc:spChg chg="mod">
          <ac:chgData name="Vladimir Gaponenko (Tami)" userId="cbca5b29-f52a-4b63-a980-35b2d4677d63" providerId="ADAL" clId="{A2164127-7C71-4786-A1AE-D61943C17498}" dt="2026-01-20T12:11:49.545" v="492" actId="1038"/>
          <ac:spMkLst>
            <pc:docMk/>
            <pc:sldMk cId="4121409945" sldId="257"/>
            <ac:spMk id="23" creationId="{24C82818-1E69-BCD1-723D-A406E24AA1E8}"/>
          </ac:spMkLst>
        </pc:spChg>
        <pc:spChg chg="add mod">
          <ac:chgData name="Vladimir Gaponenko (Tami)" userId="cbca5b29-f52a-4b63-a980-35b2d4677d63" providerId="ADAL" clId="{A2164127-7C71-4786-A1AE-D61943C17498}" dt="2026-01-20T12:07:09.401" v="384"/>
          <ac:spMkLst>
            <pc:docMk/>
            <pc:sldMk cId="4121409945" sldId="257"/>
            <ac:spMk id="24" creationId="{3D986DDC-FA93-E9C5-FAEC-3C00F2E09483}"/>
          </ac:spMkLst>
        </pc:spChg>
        <pc:spChg chg="del">
          <ac:chgData name="Vladimir Gaponenko (Tami)" userId="cbca5b29-f52a-4b63-a980-35b2d4677d63" providerId="ADAL" clId="{A2164127-7C71-4786-A1AE-D61943C17498}" dt="2026-01-20T12:05:29.393" v="350" actId="478"/>
          <ac:spMkLst>
            <pc:docMk/>
            <pc:sldMk cId="4121409945" sldId="257"/>
            <ac:spMk id="25" creationId="{5CB8D3BD-C453-B597-A74E-E3EADF227D07}"/>
          </ac:spMkLst>
        </pc:spChg>
        <pc:spChg chg="add del">
          <ac:chgData name="Vladimir Gaponenko (Tami)" userId="cbca5b29-f52a-4b63-a980-35b2d4677d63" providerId="ADAL" clId="{A2164127-7C71-4786-A1AE-D61943C17498}" dt="2026-01-20T12:07:38.946" v="391" actId="478"/>
          <ac:spMkLst>
            <pc:docMk/>
            <pc:sldMk cId="4121409945" sldId="257"/>
            <ac:spMk id="26" creationId="{2F75774D-660A-BA37-28CE-B1D7C6C27BD3}"/>
          </ac:spMkLst>
        </pc:spChg>
        <pc:spChg chg="add mod">
          <ac:chgData name="Vladimir Gaponenko (Tami)" userId="cbca5b29-f52a-4b63-a980-35b2d4677d63" providerId="ADAL" clId="{A2164127-7C71-4786-A1AE-D61943C17498}" dt="2026-01-20T12:07:09.401" v="384"/>
          <ac:spMkLst>
            <pc:docMk/>
            <pc:sldMk cId="4121409945" sldId="257"/>
            <ac:spMk id="27" creationId="{325B1DF8-C601-9818-A7D0-8C684F1D4B3B}"/>
          </ac:spMkLst>
        </pc:spChg>
        <pc:spChg chg="add mod">
          <ac:chgData name="Vladimir Gaponenko (Tami)" userId="cbca5b29-f52a-4b63-a980-35b2d4677d63" providerId="ADAL" clId="{A2164127-7C71-4786-A1AE-D61943C17498}" dt="2026-01-20T12:08:47.687" v="423" actId="14100"/>
          <ac:spMkLst>
            <pc:docMk/>
            <pc:sldMk cId="4121409945" sldId="257"/>
            <ac:spMk id="29" creationId="{5F4A01CD-89BE-6B07-EC1F-1150A1A96772}"/>
          </ac:spMkLst>
        </pc:spChg>
        <pc:spChg chg="add mod">
          <ac:chgData name="Vladimir Gaponenko (Tami)" userId="cbca5b29-f52a-4b63-a980-35b2d4677d63" providerId="ADAL" clId="{A2164127-7C71-4786-A1AE-D61943C17498}" dt="2026-01-20T12:08:08.040" v="414" actId="1038"/>
          <ac:spMkLst>
            <pc:docMk/>
            <pc:sldMk cId="4121409945" sldId="257"/>
            <ac:spMk id="31" creationId="{4277BE30-EA16-33E0-1791-4526A3E273BF}"/>
          </ac:spMkLst>
        </pc:spChg>
        <pc:spChg chg="mod">
          <ac:chgData name="Vladimir Gaponenko (Tami)" userId="cbca5b29-f52a-4b63-a980-35b2d4677d63" providerId="ADAL" clId="{A2164127-7C71-4786-A1AE-D61943C17498}" dt="2026-01-20T12:08:35.670" v="422" actId="14100"/>
          <ac:spMkLst>
            <pc:docMk/>
            <pc:sldMk cId="4121409945" sldId="257"/>
            <ac:spMk id="39" creationId="{7C11391B-2E88-07DD-E2A8-DA9EFD9FC583}"/>
          </ac:spMkLst>
        </pc:spChg>
        <pc:spChg chg="mod topLvl">
          <ac:chgData name="Vladimir Gaponenko (Tami)" userId="cbca5b29-f52a-4b63-a980-35b2d4677d63" providerId="ADAL" clId="{A2164127-7C71-4786-A1AE-D61943C17498}" dt="2026-01-20T12:11:49.545" v="492" actId="1038"/>
          <ac:spMkLst>
            <pc:docMk/>
            <pc:sldMk cId="4121409945" sldId="257"/>
            <ac:spMk id="53" creationId="{64A2351F-F84A-CD55-3AF7-A70AF33A9C7E}"/>
          </ac:spMkLst>
        </pc:spChg>
        <pc:spChg chg="mod topLvl">
          <ac:chgData name="Vladimir Gaponenko (Tami)" userId="cbca5b29-f52a-4b63-a980-35b2d4677d63" providerId="ADAL" clId="{A2164127-7C71-4786-A1AE-D61943C17498}" dt="2026-01-20T12:12:58.086" v="500" actId="164"/>
          <ac:spMkLst>
            <pc:docMk/>
            <pc:sldMk cId="4121409945" sldId="257"/>
            <ac:spMk id="55" creationId="{51C3F834-835D-0B02-ABF8-599C5830E07B}"/>
          </ac:spMkLst>
        </pc:spChg>
        <pc:spChg chg="del mod">
          <ac:chgData name="Vladimir Gaponenko (Tami)" userId="cbca5b29-f52a-4b63-a980-35b2d4677d63" providerId="ADAL" clId="{A2164127-7C71-4786-A1AE-D61943C17498}" dt="2026-01-20T12:12:14.463" v="495" actId="478"/>
          <ac:spMkLst>
            <pc:docMk/>
            <pc:sldMk cId="4121409945" sldId="257"/>
            <ac:spMk id="56" creationId="{E97E6C6E-4E38-1C47-97F1-9A2706A97EA4}"/>
          </ac:spMkLst>
        </pc:spChg>
        <pc:spChg chg="mod topLvl">
          <ac:chgData name="Vladimir Gaponenko (Tami)" userId="cbca5b29-f52a-4b63-a980-35b2d4677d63" providerId="ADAL" clId="{A2164127-7C71-4786-A1AE-D61943C17498}" dt="2026-01-20T12:12:58.086" v="500" actId="164"/>
          <ac:spMkLst>
            <pc:docMk/>
            <pc:sldMk cId="4121409945" sldId="257"/>
            <ac:spMk id="57" creationId="{E72DE914-EA81-48F6-4836-67D48E34478E}"/>
          </ac:spMkLst>
        </pc:spChg>
        <pc:spChg chg="add mod">
          <ac:chgData name="Vladimir Gaponenko (Tami)" userId="cbca5b29-f52a-4b63-a980-35b2d4677d63" providerId="ADAL" clId="{A2164127-7C71-4786-A1AE-D61943C17498}" dt="2026-01-20T12:14:41.691" v="501"/>
          <ac:spMkLst>
            <pc:docMk/>
            <pc:sldMk cId="4121409945" sldId="257"/>
            <ac:spMk id="71" creationId="{EBA3FC58-DE44-E9D7-94CE-EBC8EC357051}"/>
          </ac:spMkLst>
        </pc:spChg>
        <pc:spChg chg="add mod">
          <ac:chgData name="Vladimir Gaponenko (Tami)" userId="cbca5b29-f52a-4b63-a980-35b2d4677d63" providerId="ADAL" clId="{A2164127-7C71-4786-A1AE-D61943C17498}" dt="2026-01-20T12:14:41.691" v="501"/>
          <ac:spMkLst>
            <pc:docMk/>
            <pc:sldMk cId="4121409945" sldId="257"/>
            <ac:spMk id="76" creationId="{2E35EC84-091B-0437-FDC7-0BF321714AF5}"/>
          </ac:spMkLst>
        </pc:spChg>
        <pc:spChg chg="add mod">
          <ac:chgData name="Vladimir Gaponenko (Tami)" userId="cbca5b29-f52a-4b63-a980-35b2d4677d63" providerId="ADAL" clId="{A2164127-7C71-4786-A1AE-D61943C17498}" dt="2026-01-20T12:14:41.691" v="501"/>
          <ac:spMkLst>
            <pc:docMk/>
            <pc:sldMk cId="4121409945" sldId="257"/>
            <ac:spMk id="79" creationId="{8891EC7F-F404-5831-6C2E-69FB4DBD6D94}"/>
          </ac:spMkLst>
        </pc:spChg>
        <pc:spChg chg="add mod">
          <ac:chgData name="Vladimir Gaponenko (Tami)" userId="cbca5b29-f52a-4b63-a980-35b2d4677d63" providerId="ADAL" clId="{A2164127-7C71-4786-A1AE-D61943C17498}" dt="2026-01-20T12:14:41.691" v="501"/>
          <ac:spMkLst>
            <pc:docMk/>
            <pc:sldMk cId="4121409945" sldId="257"/>
            <ac:spMk id="80" creationId="{0EDA64AD-6DAB-5157-302B-0CD7F7F78D38}"/>
          </ac:spMkLst>
        </pc:spChg>
        <pc:spChg chg="add mod">
          <ac:chgData name="Vladimir Gaponenko (Tami)" userId="cbca5b29-f52a-4b63-a980-35b2d4677d63" providerId="ADAL" clId="{A2164127-7C71-4786-A1AE-D61943C17498}" dt="2026-01-20T12:14:41.691" v="501"/>
          <ac:spMkLst>
            <pc:docMk/>
            <pc:sldMk cId="4121409945" sldId="257"/>
            <ac:spMk id="86" creationId="{43765113-610D-2254-B401-18FBA1C44D4C}"/>
          </ac:spMkLst>
        </pc:spChg>
        <pc:spChg chg="add mod">
          <ac:chgData name="Vladimir Gaponenko (Tami)" userId="cbca5b29-f52a-4b63-a980-35b2d4677d63" providerId="ADAL" clId="{A2164127-7C71-4786-A1AE-D61943C17498}" dt="2026-01-20T12:14:41.691" v="501"/>
          <ac:spMkLst>
            <pc:docMk/>
            <pc:sldMk cId="4121409945" sldId="257"/>
            <ac:spMk id="89" creationId="{E4CA015F-CC72-E83E-43FD-C4F6F708EEB1}"/>
          </ac:spMkLst>
        </pc:spChg>
        <pc:spChg chg="add mod">
          <ac:chgData name="Vladimir Gaponenko (Tami)" userId="cbca5b29-f52a-4b63-a980-35b2d4677d63" providerId="ADAL" clId="{A2164127-7C71-4786-A1AE-D61943C17498}" dt="2026-01-20T12:14:41.691" v="501"/>
          <ac:spMkLst>
            <pc:docMk/>
            <pc:sldMk cId="4121409945" sldId="257"/>
            <ac:spMk id="92" creationId="{DE68A8FD-3F26-0A00-9B11-7580EAE0F622}"/>
          </ac:spMkLst>
        </pc:spChg>
        <pc:spChg chg="add mod">
          <ac:chgData name="Vladimir Gaponenko (Tami)" userId="cbca5b29-f52a-4b63-a980-35b2d4677d63" providerId="ADAL" clId="{A2164127-7C71-4786-A1AE-D61943C17498}" dt="2026-01-20T12:14:41.691" v="501"/>
          <ac:spMkLst>
            <pc:docMk/>
            <pc:sldMk cId="4121409945" sldId="257"/>
            <ac:spMk id="95" creationId="{7C11391B-2E88-07DD-E2A8-DA9EFD9FC583}"/>
          </ac:spMkLst>
        </pc:spChg>
        <pc:spChg chg="add mod">
          <ac:chgData name="Vladimir Gaponenko (Tami)" userId="cbca5b29-f52a-4b63-a980-35b2d4677d63" providerId="ADAL" clId="{A2164127-7C71-4786-A1AE-D61943C17498}" dt="2026-01-20T12:14:41.691" v="501"/>
          <ac:spMkLst>
            <pc:docMk/>
            <pc:sldMk cId="4121409945" sldId="257"/>
            <ac:spMk id="112" creationId="{8CF61671-F1AE-6F70-89B7-7D2844E9D40B}"/>
          </ac:spMkLst>
        </pc:spChg>
        <pc:spChg chg="add mod">
          <ac:chgData name="Vladimir Gaponenko (Tami)" userId="cbca5b29-f52a-4b63-a980-35b2d4677d63" providerId="ADAL" clId="{A2164127-7C71-4786-A1AE-D61943C17498}" dt="2026-01-20T12:14:41.691" v="501"/>
          <ac:spMkLst>
            <pc:docMk/>
            <pc:sldMk cId="4121409945" sldId="257"/>
            <ac:spMk id="113" creationId="{5F4A01CD-89BE-6B07-EC1F-1150A1A96772}"/>
          </ac:spMkLst>
        </pc:spChg>
        <pc:spChg chg="add del">
          <ac:chgData name="Vladimir Gaponenko (Tami)" userId="cbca5b29-f52a-4b63-a980-35b2d4677d63" providerId="ADAL" clId="{A2164127-7C71-4786-A1AE-D61943C17498}" dt="2026-01-20T12:16:29.438" v="506" actId="478"/>
          <ac:spMkLst>
            <pc:docMk/>
            <pc:sldMk cId="4121409945" sldId="257"/>
            <ac:spMk id="117" creationId="{92C1CF1F-7098-FD87-2226-3AA847A277F5}"/>
          </ac:spMkLst>
        </pc:spChg>
        <pc:spChg chg="add del mod">
          <ac:chgData name="Vladimir Gaponenko (Tami)" userId="cbca5b29-f52a-4b63-a980-35b2d4677d63" providerId="ADAL" clId="{A2164127-7C71-4786-A1AE-D61943C17498}" dt="2026-01-20T12:16:53.755" v="510" actId="478"/>
          <ac:spMkLst>
            <pc:docMk/>
            <pc:sldMk cId="4121409945" sldId="257"/>
            <ac:spMk id="118" creationId="{27B725D1-5147-AF88-2D3E-D6E5489AC6E0}"/>
          </ac:spMkLst>
        </pc:spChg>
        <pc:spChg chg="add mod">
          <ac:chgData name="Vladimir Gaponenko (Tami)" userId="cbca5b29-f52a-4b63-a980-35b2d4677d63" providerId="ADAL" clId="{A2164127-7C71-4786-A1AE-D61943C17498}" dt="2026-01-20T12:24:58.656" v="574" actId="3064"/>
          <ac:spMkLst>
            <pc:docMk/>
            <pc:sldMk cId="4121409945" sldId="257"/>
            <ac:spMk id="119" creationId="{90C2B224-8248-A324-C7A4-F0D901D5956F}"/>
          </ac:spMkLst>
        </pc:spChg>
        <pc:spChg chg="add del mod">
          <ac:chgData name="Vladimir Gaponenko (Tami)" userId="cbca5b29-f52a-4b63-a980-35b2d4677d63" providerId="ADAL" clId="{A2164127-7C71-4786-A1AE-D61943C17498}" dt="2026-01-20T12:23:35.998" v="538" actId="478"/>
          <ac:spMkLst>
            <pc:docMk/>
            <pc:sldMk cId="4121409945" sldId="257"/>
            <ac:spMk id="120" creationId="{FFD8EBEF-03AA-B394-B15E-7BFFE83C5CC7}"/>
          </ac:spMkLst>
        </pc:spChg>
        <pc:spChg chg="add del mod">
          <ac:chgData name="Vladimir Gaponenko (Tami)" userId="cbca5b29-f52a-4b63-a980-35b2d4677d63" providerId="ADAL" clId="{A2164127-7C71-4786-A1AE-D61943C17498}" dt="2026-01-20T12:23:37.081" v="539" actId="478"/>
          <ac:spMkLst>
            <pc:docMk/>
            <pc:sldMk cId="4121409945" sldId="257"/>
            <ac:spMk id="121" creationId="{25E2FB55-77C6-A363-8463-55120EB98DCB}"/>
          </ac:spMkLst>
        </pc:spChg>
        <pc:spChg chg="add del">
          <ac:chgData name="Vladimir Gaponenko (Tami)" userId="cbca5b29-f52a-4b63-a980-35b2d4677d63" providerId="ADAL" clId="{A2164127-7C71-4786-A1AE-D61943C17498}" dt="2026-01-20T12:24:11.567" v="560" actId="478"/>
          <ac:spMkLst>
            <pc:docMk/>
            <pc:sldMk cId="4121409945" sldId="257"/>
            <ac:spMk id="122" creationId="{741909E1-7ECF-6CE9-A385-75038BABBE0D}"/>
          </ac:spMkLst>
        </pc:spChg>
        <pc:spChg chg="add del mod">
          <ac:chgData name="Vladimir Gaponenko (Tami)" userId="cbca5b29-f52a-4b63-a980-35b2d4677d63" providerId="ADAL" clId="{A2164127-7C71-4786-A1AE-D61943C17498}" dt="2026-01-20T12:24:11.567" v="560" actId="478"/>
          <ac:spMkLst>
            <pc:docMk/>
            <pc:sldMk cId="4121409945" sldId="257"/>
            <ac:spMk id="123" creationId="{AE7BC9EB-1868-C6B3-B786-D004FB40891C}"/>
          </ac:spMkLst>
        </pc:spChg>
        <pc:spChg chg="add del mod">
          <ac:chgData name="Vladimir Gaponenko (Tami)" userId="cbca5b29-f52a-4b63-a980-35b2d4677d63" providerId="ADAL" clId="{A2164127-7C71-4786-A1AE-D61943C17498}" dt="2026-01-20T12:24:11.567" v="560" actId="478"/>
          <ac:spMkLst>
            <pc:docMk/>
            <pc:sldMk cId="4121409945" sldId="257"/>
            <ac:spMk id="124" creationId="{3D0BF4BA-E1F4-8E8A-7817-16640AEC821A}"/>
          </ac:spMkLst>
        </pc:spChg>
        <pc:spChg chg="add del mod">
          <ac:chgData name="Vladimir Gaponenko (Tami)" userId="cbca5b29-f52a-4b63-a980-35b2d4677d63" providerId="ADAL" clId="{A2164127-7C71-4786-A1AE-D61943C17498}" dt="2026-01-20T12:24:11.567" v="560" actId="478"/>
          <ac:spMkLst>
            <pc:docMk/>
            <pc:sldMk cId="4121409945" sldId="257"/>
            <ac:spMk id="125" creationId="{580C7291-72B7-DC72-5C20-11DE9617F040}"/>
          </ac:spMkLst>
        </pc:spChg>
        <pc:spChg chg="add del mod">
          <ac:chgData name="Vladimir Gaponenko (Tami)" userId="cbca5b29-f52a-4b63-a980-35b2d4677d63" providerId="ADAL" clId="{A2164127-7C71-4786-A1AE-D61943C17498}" dt="2026-01-20T12:24:11.567" v="560" actId="478"/>
          <ac:spMkLst>
            <pc:docMk/>
            <pc:sldMk cId="4121409945" sldId="257"/>
            <ac:spMk id="126" creationId="{114FD8FF-34A4-6B99-36AC-3748A8501132}"/>
          </ac:spMkLst>
        </pc:spChg>
        <pc:spChg chg="add del mod">
          <ac:chgData name="Vladimir Gaponenko (Tami)" userId="cbca5b29-f52a-4b63-a980-35b2d4677d63" providerId="ADAL" clId="{A2164127-7C71-4786-A1AE-D61943C17498}" dt="2026-01-20T12:24:11.567" v="560" actId="478"/>
          <ac:spMkLst>
            <pc:docMk/>
            <pc:sldMk cId="4121409945" sldId="257"/>
            <ac:spMk id="127" creationId="{4CE12252-82A4-88A2-CFBB-8DDFBE959036}"/>
          </ac:spMkLst>
        </pc:spChg>
        <pc:spChg chg="add del mod">
          <ac:chgData name="Vladimir Gaponenko (Tami)" userId="cbca5b29-f52a-4b63-a980-35b2d4677d63" providerId="ADAL" clId="{A2164127-7C71-4786-A1AE-D61943C17498}" dt="2026-01-20T12:24:11.567" v="560" actId="478"/>
          <ac:spMkLst>
            <pc:docMk/>
            <pc:sldMk cId="4121409945" sldId="257"/>
            <ac:spMk id="128" creationId="{2F4F5CEA-EB57-BFB1-0C85-5F2B37226925}"/>
          </ac:spMkLst>
        </pc:spChg>
        <pc:spChg chg="add mod">
          <ac:chgData name="Vladimir Gaponenko (Tami)" userId="cbca5b29-f52a-4b63-a980-35b2d4677d63" providerId="ADAL" clId="{A2164127-7C71-4786-A1AE-D61943C17498}" dt="2026-01-20T12:23:26.829" v="534"/>
          <ac:spMkLst>
            <pc:docMk/>
            <pc:sldMk cId="4121409945" sldId="257"/>
            <ac:spMk id="129" creationId="{8CAF95D8-7D46-0476-6241-FAB3EB9DA9CE}"/>
          </ac:spMkLst>
        </pc:spChg>
        <pc:spChg chg="add del mod">
          <ac:chgData name="Vladimir Gaponenko (Tami)" userId="cbca5b29-f52a-4b63-a980-35b2d4677d63" providerId="ADAL" clId="{A2164127-7C71-4786-A1AE-D61943C17498}" dt="2026-01-20T12:24:11.567" v="560" actId="478"/>
          <ac:spMkLst>
            <pc:docMk/>
            <pc:sldMk cId="4121409945" sldId="257"/>
            <ac:spMk id="130" creationId="{2101552A-B301-B192-BE65-F0D48EF6741A}"/>
          </ac:spMkLst>
        </pc:spChg>
        <pc:spChg chg="add del mod">
          <ac:chgData name="Vladimir Gaponenko (Tami)" userId="cbca5b29-f52a-4b63-a980-35b2d4677d63" providerId="ADAL" clId="{A2164127-7C71-4786-A1AE-D61943C17498}" dt="2026-01-20T12:24:11.567" v="560" actId="478"/>
          <ac:spMkLst>
            <pc:docMk/>
            <pc:sldMk cId="4121409945" sldId="257"/>
            <ac:spMk id="131" creationId="{DCA157D3-6E1A-40FF-BB6E-FC981ADF6FAD}"/>
          </ac:spMkLst>
        </pc:spChg>
        <pc:spChg chg="add del mod">
          <ac:chgData name="Vladimir Gaponenko (Tami)" userId="cbca5b29-f52a-4b63-a980-35b2d4677d63" providerId="ADAL" clId="{A2164127-7C71-4786-A1AE-D61943C17498}" dt="2026-01-20T12:24:11.567" v="560" actId="478"/>
          <ac:spMkLst>
            <pc:docMk/>
            <pc:sldMk cId="4121409945" sldId="257"/>
            <ac:spMk id="132" creationId="{7D33DE1A-4902-6D08-33D7-23EAB8C615B3}"/>
          </ac:spMkLst>
        </pc:spChg>
        <pc:spChg chg="add mod">
          <ac:chgData name="Vladimir Gaponenko (Tami)" userId="cbca5b29-f52a-4b63-a980-35b2d4677d63" providerId="ADAL" clId="{A2164127-7C71-4786-A1AE-D61943C17498}" dt="2026-01-20T12:23:49.632" v="543" actId="1076"/>
          <ac:spMkLst>
            <pc:docMk/>
            <pc:sldMk cId="4121409945" sldId="257"/>
            <ac:spMk id="133" creationId="{BEDEC57B-B3A8-3BC4-871B-08BA8A486E78}"/>
          </ac:spMkLst>
        </pc:spChg>
        <pc:spChg chg="add mod">
          <ac:chgData name="Vladimir Gaponenko (Tami)" userId="cbca5b29-f52a-4b63-a980-35b2d4677d63" providerId="ADAL" clId="{A2164127-7C71-4786-A1AE-D61943C17498}" dt="2026-01-20T12:24:01.501" v="548" actId="1035"/>
          <ac:spMkLst>
            <pc:docMk/>
            <pc:sldMk cId="4121409945" sldId="257"/>
            <ac:spMk id="134" creationId="{5F266385-7E2D-009A-6EE1-C14E43D729DC}"/>
          </ac:spMkLst>
        </pc:spChg>
        <pc:spChg chg="add mod">
          <ac:chgData name="Vladimir Gaponenko (Tami)" userId="cbca5b29-f52a-4b63-a980-35b2d4677d63" providerId="ADAL" clId="{A2164127-7C71-4786-A1AE-D61943C17498}" dt="2026-01-20T12:24:02.971" v="549"/>
          <ac:spMkLst>
            <pc:docMk/>
            <pc:sldMk cId="4121409945" sldId="257"/>
            <ac:spMk id="135" creationId="{DA631C39-D6FD-44CF-7586-3D56D996B065}"/>
          </ac:spMkLst>
        </pc:spChg>
        <pc:spChg chg="add del mod">
          <ac:chgData name="Vladimir Gaponenko (Tami)" userId="cbca5b29-f52a-4b63-a980-35b2d4677d63" providerId="ADAL" clId="{A2164127-7C71-4786-A1AE-D61943C17498}" dt="2026-01-20T12:25:34.078" v="578" actId="478"/>
          <ac:spMkLst>
            <pc:docMk/>
            <pc:sldMk cId="4121409945" sldId="257"/>
            <ac:spMk id="136" creationId="{AD083B6D-BD95-959C-0CF2-EDFA81D46627}"/>
          </ac:spMkLst>
        </pc:spChg>
        <pc:spChg chg="add del mod">
          <ac:chgData name="Vladimir Gaponenko (Tami)" userId="cbca5b29-f52a-4b63-a980-35b2d4677d63" providerId="ADAL" clId="{A2164127-7C71-4786-A1AE-D61943C17498}" dt="2026-01-20T12:25:34.078" v="578" actId="478"/>
          <ac:spMkLst>
            <pc:docMk/>
            <pc:sldMk cId="4121409945" sldId="257"/>
            <ac:spMk id="137" creationId="{D76631B4-C86C-CA24-2B46-2B41A73F3941}"/>
          </ac:spMkLst>
        </pc:spChg>
        <pc:spChg chg="add del mod">
          <ac:chgData name="Vladimir Gaponenko (Tami)" userId="cbca5b29-f52a-4b63-a980-35b2d4677d63" providerId="ADAL" clId="{A2164127-7C71-4786-A1AE-D61943C17498}" dt="2026-01-20T12:25:34.078" v="578" actId="478"/>
          <ac:spMkLst>
            <pc:docMk/>
            <pc:sldMk cId="4121409945" sldId="257"/>
            <ac:spMk id="138" creationId="{0BA0683F-5BE3-1889-6224-951C978DEB22}"/>
          </ac:spMkLst>
        </pc:spChg>
        <pc:spChg chg="add del mod">
          <ac:chgData name="Vladimir Gaponenko (Tami)" userId="cbca5b29-f52a-4b63-a980-35b2d4677d63" providerId="ADAL" clId="{A2164127-7C71-4786-A1AE-D61943C17498}" dt="2026-01-20T12:25:34.078" v="578" actId="478"/>
          <ac:spMkLst>
            <pc:docMk/>
            <pc:sldMk cId="4121409945" sldId="257"/>
            <ac:spMk id="139" creationId="{F03AA877-68C1-1EC7-0CB1-8DE00676A3D9}"/>
          </ac:spMkLst>
        </pc:spChg>
        <pc:spChg chg="add del mod">
          <ac:chgData name="Vladimir Gaponenko (Tami)" userId="cbca5b29-f52a-4b63-a980-35b2d4677d63" providerId="ADAL" clId="{A2164127-7C71-4786-A1AE-D61943C17498}" dt="2026-01-20T12:25:34.078" v="578" actId="478"/>
          <ac:spMkLst>
            <pc:docMk/>
            <pc:sldMk cId="4121409945" sldId="257"/>
            <ac:spMk id="140" creationId="{5EB30697-2920-F3F0-E63D-008D2EF1B776}"/>
          </ac:spMkLst>
        </pc:spChg>
        <pc:spChg chg="add del mod">
          <ac:chgData name="Vladimir Gaponenko (Tami)" userId="cbca5b29-f52a-4b63-a980-35b2d4677d63" providerId="ADAL" clId="{A2164127-7C71-4786-A1AE-D61943C17498}" dt="2026-01-20T12:25:34.078" v="578" actId="478"/>
          <ac:spMkLst>
            <pc:docMk/>
            <pc:sldMk cId="4121409945" sldId="257"/>
            <ac:spMk id="141" creationId="{AACBDDDE-9CC3-DE10-4DBE-CC5306AB7972}"/>
          </ac:spMkLst>
        </pc:spChg>
        <pc:spChg chg="add mod">
          <ac:chgData name="Vladimir Gaponenko (Tami)" userId="cbca5b29-f52a-4b63-a980-35b2d4677d63" providerId="ADAL" clId="{A2164127-7C71-4786-A1AE-D61943C17498}" dt="2026-01-20T12:24:19.084" v="561" actId="1076"/>
          <ac:spMkLst>
            <pc:docMk/>
            <pc:sldMk cId="4121409945" sldId="257"/>
            <ac:spMk id="142" creationId="{3869B00B-21F7-1AD7-5FB8-A9DC0122C2ED}"/>
          </ac:spMkLst>
        </pc:spChg>
        <pc:spChg chg="add del mod">
          <ac:chgData name="Vladimir Gaponenko (Tami)" userId="cbca5b29-f52a-4b63-a980-35b2d4677d63" providerId="ADAL" clId="{A2164127-7C71-4786-A1AE-D61943C17498}" dt="2026-01-20T12:25:34.078" v="578" actId="478"/>
          <ac:spMkLst>
            <pc:docMk/>
            <pc:sldMk cId="4121409945" sldId="257"/>
            <ac:spMk id="143" creationId="{F33C2D95-DCC7-BF04-8DCC-59FFD49D3C4B}"/>
          </ac:spMkLst>
        </pc:spChg>
        <pc:spChg chg="add del mod">
          <ac:chgData name="Vladimir Gaponenko (Tami)" userId="cbca5b29-f52a-4b63-a980-35b2d4677d63" providerId="ADAL" clId="{A2164127-7C71-4786-A1AE-D61943C17498}" dt="2026-01-20T12:25:34.078" v="578" actId="478"/>
          <ac:spMkLst>
            <pc:docMk/>
            <pc:sldMk cId="4121409945" sldId="257"/>
            <ac:spMk id="144" creationId="{8358E24F-9ED4-B0F1-1C12-3C63390AE6E1}"/>
          </ac:spMkLst>
        </pc:spChg>
        <pc:spChg chg="add mod">
          <ac:chgData name="Vladimir Gaponenko (Tami)" userId="cbca5b29-f52a-4b63-a980-35b2d4677d63" providerId="ADAL" clId="{A2164127-7C71-4786-A1AE-D61943C17498}" dt="2026-01-20T12:24:36.318" v="567" actId="20577"/>
          <ac:spMkLst>
            <pc:docMk/>
            <pc:sldMk cId="4121409945" sldId="257"/>
            <ac:spMk id="145" creationId="{D610DAC8-A13D-355D-2979-187AB0E0D88B}"/>
          </ac:spMkLst>
        </pc:spChg>
        <pc:spChg chg="add del mod">
          <ac:chgData name="Vladimir Gaponenko (Tami)" userId="cbca5b29-f52a-4b63-a980-35b2d4677d63" providerId="ADAL" clId="{A2164127-7C71-4786-A1AE-D61943C17498}" dt="2026-01-20T12:25:34.078" v="578" actId="478"/>
          <ac:spMkLst>
            <pc:docMk/>
            <pc:sldMk cId="4121409945" sldId="257"/>
            <ac:spMk id="146" creationId="{5B8BEFB1-3041-2043-B4D5-0FF90C10160C}"/>
          </ac:spMkLst>
        </pc:spChg>
        <pc:spChg chg="add del mod">
          <ac:chgData name="Vladimir Gaponenko (Tami)" userId="cbca5b29-f52a-4b63-a980-35b2d4677d63" providerId="ADAL" clId="{A2164127-7C71-4786-A1AE-D61943C17498}" dt="2026-01-20T12:25:34.078" v="578" actId="478"/>
          <ac:spMkLst>
            <pc:docMk/>
            <pc:sldMk cId="4121409945" sldId="257"/>
            <ac:spMk id="147" creationId="{5BF0E9A7-430D-D33F-8B33-B045413CC3FF}"/>
          </ac:spMkLst>
        </pc:spChg>
        <pc:grpChg chg="del">
          <ac:chgData name="Vladimir Gaponenko (Tami)" userId="cbca5b29-f52a-4b63-a980-35b2d4677d63" providerId="ADAL" clId="{A2164127-7C71-4786-A1AE-D61943C17498}" dt="2026-01-20T12:14:51.546" v="503" actId="478"/>
          <ac:grpSpMkLst>
            <pc:docMk/>
            <pc:sldMk cId="4121409945" sldId="257"/>
            <ac:grpSpMk id="67" creationId="{034EE1EB-887C-F3F7-6AC2-9A2B12100D43}"/>
          </ac:grpSpMkLst>
        </pc:grpChg>
        <pc:grpChg chg="mod">
          <ac:chgData name="Vladimir Gaponenko (Tami)" userId="cbca5b29-f52a-4b63-a980-35b2d4677d63" providerId="ADAL" clId="{A2164127-7C71-4786-A1AE-D61943C17498}" dt="2026-01-20T12:14:58.700" v="504" actId="1076"/>
          <ac:grpSpMkLst>
            <pc:docMk/>
            <pc:sldMk cId="4121409945" sldId="257"/>
            <ac:grpSpMk id="68" creationId="{034EE1EB-887C-F3F7-6AC2-9A2B12100D43}"/>
          </ac:grpSpMkLst>
        </pc:grpChg>
        <pc:cxnChg chg="mod">
          <ac:chgData name="Vladimir Gaponenko (Tami)" userId="cbca5b29-f52a-4b63-a980-35b2d4677d63" providerId="ADAL" clId="{A2164127-7C71-4786-A1AE-D61943C17498}" dt="2026-01-20T12:08:26.283" v="420" actId="14100"/>
          <ac:cxnSpMkLst>
            <pc:docMk/>
            <pc:sldMk cId="4121409945" sldId="257"/>
            <ac:cxnSpMk id="32" creationId="{029D724A-1063-710E-7EE4-56AD80BF62D9}"/>
          </ac:cxnSpMkLst>
        </pc:cxnChg>
        <pc:cxnChg chg="add del mod">
          <ac:chgData name="Vladimir Gaponenko (Tami)" userId="cbca5b29-f52a-4b63-a980-35b2d4677d63" providerId="ADAL" clId="{A2164127-7C71-4786-A1AE-D61943C17498}" dt="2026-01-20T12:11:15.196" v="437" actId="478"/>
          <ac:cxnSpMkLst>
            <pc:docMk/>
            <pc:sldMk cId="4121409945" sldId="257"/>
            <ac:cxnSpMk id="38" creationId="{DFD84F39-1E32-43B5-D11B-32F5409CCAD6}"/>
          </ac:cxnSpMkLst>
        </pc:cxnChg>
        <pc:cxnChg chg="mod">
          <ac:chgData name="Vladimir Gaponenko (Tami)" userId="cbca5b29-f52a-4b63-a980-35b2d4677d63" providerId="ADAL" clId="{A2164127-7C71-4786-A1AE-D61943C17498}" dt="2026-01-20T12:11:09.625" v="432" actId="14100"/>
          <ac:cxnSpMkLst>
            <pc:docMk/>
            <pc:sldMk cId="4121409945" sldId="257"/>
            <ac:cxnSpMk id="42" creationId="{011361FF-9C97-362B-28DA-39E0A89120F5}"/>
          </ac:cxnSpMkLst>
        </pc:cxnChg>
        <pc:cxnChg chg="add del">
          <ac:chgData name="Vladimir Gaponenko (Tami)" userId="cbca5b29-f52a-4b63-a980-35b2d4677d63" providerId="ADAL" clId="{A2164127-7C71-4786-A1AE-D61943C17498}" dt="2026-01-20T12:11:10.822" v="435" actId="11529"/>
          <ac:cxnSpMkLst>
            <pc:docMk/>
            <pc:sldMk cId="4121409945" sldId="257"/>
            <ac:cxnSpMk id="43" creationId="{3295166D-6C3B-966A-0FE5-DA54AA6A731A}"/>
          </ac:cxnSpMkLst>
        </pc:cxnChg>
        <pc:cxnChg chg="mod">
          <ac:chgData name="Vladimir Gaponenko (Tami)" userId="cbca5b29-f52a-4b63-a980-35b2d4677d63" providerId="ADAL" clId="{A2164127-7C71-4786-A1AE-D61943C17498}" dt="2026-01-20T12:11:09.154" v="431" actId="14100"/>
          <ac:cxnSpMkLst>
            <pc:docMk/>
            <pc:sldMk cId="4121409945" sldId="257"/>
            <ac:cxnSpMk id="44" creationId="{8765841F-6CCB-5E21-1E87-DAF7718CA3F2}"/>
          </ac:cxnSpMkLst>
        </pc:cxnChg>
        <pc:cxnChg chg="add">
          <ac:chgData name="Vladimir Gaponenko (Tami)" userId="cbca5b29-f52a-4b63-a980-35b2d4677d63" providerId="ADAL" clId="{A2164127-7C71-4786-A1AE-D61943C17498}" dt="2026-01-20T12:11:26.395" v="438" actId="11529"/>
          <ac:cxnSpMkLst>
            <pc:docMk/>
            <pc:sldMk cId="4121409945" sldId="257"/>
            <ac:cxnSpMk id="58" creationId="{81758C42-6E96-2E02-7270-D50B462995E8}"/>
          </ac:cxnSpMkLst>
        </pc:cxnChg>
        <pc:cxnChg chg="del">
          <ac:chgData name="Vladimir Gaponenko (Tami)" userId="cbca5b29-f52a-4b63-a980-35b2d4677d63" providerId="ADAL" clId="{A2164127-7C71-4786-A1AE-D61943C17498}" dt="2026-01-20T12:12:14.463" v="495" actId="478"/>
          <ac:cxnSpMkLst>
            <pc:docMk/>
            <pc:sldMk cId="4121409945" sldId="257"/>
            <ac:cxnSpMk id="60" creationId="{EC4D36F2-E83F-3A72-3F74-448E28602A1D}"/>
          </ac:cxnSpMkLst>
        </pc:cxnChg>
        <pc:cxnChg chg="del mod">
          <ac:chgData name="Vladimir Gaponenko (Tami)" userId="cbca5b29-f52a-4b63-a980-35b2d4677d63" providerId="ADAL" clId="{A2164127-7C71-4786-A1AE-D61943C17498}" dt="2026-01-20T12:12:14.463" v="495" actId="478"/>
          <ac:cxnSpMkLst>
            <pc:docMk/>
            <pc:sldMk cId="4121409945" sldId="257"/>
            <ac:cxnSpMk id="61" creationId="{BD6DA2CE-8A20-D608-733B-894D374A0367}"/>
          </ac:cxnSpMkLst>
        </pc:cxnChg>
        <pc:cxnChg chg="add">
          <ac:chgData name="Vladimir Gaponenko (Tami)" userId="cbca5b29-f52a-4b63-a980-35b2d4677d63" providerId="ADAL" clId="{A2164127-7C71-4786-A1AE-D61943C17498}" dt="2026-01-20T12:11:35.341" v="439" actId="11529"/>
          <ac:cxnSpMkLst>
            <pc:docMk/>
            <pc:sldMk cId="4121409945" sldId="257"/>
            <ac:cxnSpMk id="64" creationId="{782A625E-F2B5-A3B9-974D-14FF03A5B722}"/>
          </ac:cxnSpMkLst>
        </pc:cxnChg>
        <pc:cxnChg chg="mod">
          <ac:chgData name="Vladimir Gaponenko (Tami)" userId="cbca5b29-f52a-4b63-a980-35b2d4677d63" providerId="ADAL" clId="{A2164127-7C71-4786-A1AE-D61943C17498}" dt="2026-01-20T12:12:47.559" v="499" actId="14100"/>
          <ac:cxnSpMkLst>
            <pc:docMk/>
            <pc:sldMk cId="4121409945" sldId="257"/>
            <ac:cxnSpMk id="69" creationId="{F656B809-A393-5989-E094-762547D4B744}"/>
          </ac:cxnSpMkLst>
        </pc:cxnChg>
        <pc:cxnChg chg="mod">
          <ac:chgData name="Vladimir Gaponenko (Tami)" userId="cbca5b29-f52a-4b63-a980-35b2d4677d63" providerId="ADAL" clId="{A2164127-7C71-4786-A1AE-D61943C17498}" dt="2026-01-20T12:11:10.297" v="434" actId="14100"/>
          <ac:cxnSpMkLst>
            <pc:docMk/>
            <pc:sldMk cId="4121409945" sldId="257"/>
            <ac:cxnSpMk id="81" creationId="{019BB828-8846-012F-0FE0-FEEE1CCC00F3}"/>
          </ac:cxnSpMkLst>
        </pc:cxnChg>
        <pc:cxnChg chg="mod">
          <ac:chgData name="Vladimir Gaponenko (Tami)" userId="cbca5b29-f52a-4b63-a980-35b2d4677d63" providerId="ADAL" clId="{A2164127-7C71-4786-A1AE-D61943C17498}" dt="2026-01-20T12:14:51.546" v="503" actId="478"/>
          <ac:cxnSpMkLst>
            <pc:docMk/>
            <pc:sldMk cId="4121409945" sldId="257"/>
            <ac:cxnSpMk id="82" creationId="{26C255E6-C0FD-BD18-2B76-F93CE39D8887}"/>
          </ac:cxnSpMkLst>
        </pc:cxnChg>
      </pc:sldChg>
      <pc:sldChg chg="addSp delSp modSp add mod">
        <pc:chgData name="Vladimir Gaponenko (Tami)" userId="cbca5b29-f52a-4b63-a980-35b2d4677d63" providerId="ADAL" clId="{A2164127-7C71-4786-A1AE-D61943C17498}" dt="2026-01-20T12:38:03.650" v="648" actId="20577"/>
        <pc:sldMkLst>
          <pc:docMk/>
          <pc:sldMk cId="1277842313" sldId="258"/>
        </pc:sldMkLst>
        <pc:spChg chg="add mod topLvl">
          <ac:chgData name="Vladimir Gaponenko (Tami)" userId="cbca5b29-f52a-4b63-a980-35b2d4677d63" providerId="ADAL" clId="{A2164127-7C71-4786-A1AE-D61943C17498}" dt="2026-01-20T12:32:37.456" v="646" actId="164"/>
          <ac:spMkLst>
            <pc:docMk/>
            <pc:sldMk cId="1277842313" sldId="258"/>
            <ac:spMk id="2" creationId="{ACCE2DA1-DDB6-0F56-8B9B-711C2B2F1981}"/>
          </ac:spMkLst>
        </pc:spChg>
        <pc:spChg chg="add mod">
          <ac:chgData name="Vladimir Gaponenko (Tami)" userId="cbca5b29-f52a-4b63-a980-35b2d4677d63" providerId="ADAL" clId="{A2164127-7C71-4786-A1AE-D61943C17498}" dt="2026-01-20T12:27:39.627" v="619" actId="20577"/>
          <ac:spMkLst>
            <pc:docMk/>
            <pc:sldMk cId="1277842313" sldId="258"/>
            <ac:spMk id="3" creationId="{78B36949-4821-2F9E-5F92-246D8EE552BB}"/>
          </ac:spMkLst>
        </pc:spChg>
        <pc:spChg chg="add mod topLvl">
          <ac:chgData name="Vladimir Gaponenko (Tami)" userId="cbca5b29-f52a-4b63-a980-35b2d4677d63" providerId="ADAL" clId="{A2164127-7C71-4786-A1AE-D61943C17498}" dt="2026-01-20T12:32:37.456" v="646" actId="164"/>
          <ac:spMkLst>
            <pc:docMk/>
            <pc:sldMk cId="1277842313" sldId="258"/>
            <ac:spMk id="4" creationId="{270F7779-00A9-9DC0-8532-DC0D20C6754F}"/>
          </ac:spMkLst>
        </pc:spChg>
        <pc:spChg chg="add del mod">
          <ac:chgData name="Vladimir Gaponenko (Tami)" userId="cbca5b29-f52a-4b63-a980-35b2d4677d63" providerId="ADAL" clId="{A2164127-7C71-4786-A1AE-D61943C17498}" dt="2026-01-20T12:26:03.231" v="585" actId="478"/>
          <ac:spMkLst>
            <pc:docMk/>
            <pc:sldMk cId="1277842313" sldId="258"/>
            <ac:spMk id="5" creationId="{D3940EF0-F33E-A1AA-FA97-D8FC72787B60}"/>
          </ac:spMkLst>
        </pc:spChg>
        <pc:spChg chg="add mod topLvl">
          <ac:chgData name="Vladimir Gaponenko (Tami)" userId="cbca5b29-f52a-4b63-a980-35b2d4677d63" providerId="ADAL" clId="{A2164127-7C71-4786-A1AE-D61943C17498}" dt="2026-01-20T12:32:37.456" v="646" actId="164"/>
          <ac:spMkLst>
            <pc:docMk/>
            <pc:sldMk cId="1277842313" sldId="258"/>
            <ac:spMk id="6" creationId="{A9C2F73B-639F-C88B-BBDF-46F04AF5D229}"/>
          </ac:spMkLst>
        </pc:spChg>
        <pc:spChg chg="add mod">
          <ac:chgData name="Vladimir Gaponenko (Tami)" userId="cbca5b29-f52a-4b63-a980-35b2d4677d63" providerId="ADAL" clId="{A2164127-7C71-4786-A1AE-D61943C17498}" dt="2026-01-20T12:27:23.200" v="605" actId="1076"/>
          <ac:spMkLst>
            <pc:docMk/>
            <pc:sldMk cId="1277842313" sldId="258"/>
            <ac:spMk id="7" creationId="{2EDD169C-76B8-6C29-860D-73BCFB55DA93}"/>
          </ac:spMkLst>
        </pc:spChg>
        <pc:spChg chg="add mod topLvl">
          <ac:chgData name="Vladimir Gaponenko (Tami)" userId="cbca5b29-f52a-4b63-a980-35b2d4677d63" providerId="ADAL" clId="{A2164127-7C71-4786-A1AE-D61943C17498}" dt="2026-01-20T12:32:37.456" v="646" actId="164"/>
          <ac:spMkLst>
            <pc:docMk/>
            <pc:sldMk cId="1277842313" sldId="258"/>
            <ac:spMk id="8" creationId="{2AC83720-A4F9-7110-563D-F6FC985F96C1}"/>
          </ac:spMkLst>
        </pc:spChg>
        <pc:spChg chg="add mod">
          <ac:chgData name="Vladimir Gaponenko (Tami)" userId="cbca5b29-f52a-4b63-a980-35b2d4677d63" providerId="ADAL" clId="{A2164127-7C71-4786-A1AE-D61943C17498}" dt="2026-01-20T12:27:23.200" v="605" actId="1076"/>
          <ac:spMkLst>
            <pc:docMk/>
            <pc:sldMk cId="1277842313" sldId="258"/>
            <ac:spMk id="9" creationId="{FD571584-B0FA-D287-AA54-16256AEF0367}"/>
          </ac:spMkLst>
        </pc:spChg>
        <pc:spChg chg="add mod">
          <ac:chgData name="Vladimir Gaponenko (Tami)" userId="cbca5b29-f52a-4b63-a980-35b2d4677d63" providerId="ADAL" clId="{A2164127-7C71-4786-A1AE-D61943C17498}" dt="2026-01-20T12:27:23.200" v="605" actId="1076"/>
          <ac:spMkLst>
            <pc:docMk/>
            <pc:sldMk cId="1277842313" sldId="258"/>
            <ac:spMk id="10" creationId="{0952D728-6F25-A063-29D0-219B8DDD2D51}"/>
          </ac:spMkLst>
        </pc:spChg>
        <pc:spChg chg="add mod topLvl">
          <ac:chgData name="Vladimir Gaponenko (Tami)" userId="cbca5b29-f52a-4b63-a980-35b2d4677d63" providerId="ADAL" clId="{A2164127-7C71-4786-A1AE-D61943C17498}" dt="2026-01-20T12:32:37.456" v="646" actId="164"/>
          <ac:spMkLst>
            <pc:docMk/>
            <pc:sldMk cId="1277842313" sldId="258"/>
            <ac:spMk id="11" creationId="{E2094964-9537-E5D5-1EFD-B96B971A61CA}"/>
          </ac:spMkLst>
        </pc:spChg>
        <pc:spChg chg="mod topLvl">
          <ac:chgData name="Vladimir Gaponenko (Tami)" userId="cbca5b29-f52a-4b63-a980-35b2d4677d63" providerId="ADAL" clId="{A2164127-7C71-4786-A1AE-D61943C17498}" dt="2026-01-20T12:32:03.086" v="644" actId="165"/>
          <ac:spMkLst>
            <pc:docMk/>
            <pc:sldMk cId="1277842313" sldId="258"/>
            <ac:spMk id="12" creationId="{2802D866-7E7D-61B8-D62A-776811FCD0FC}"/>
          </ac:spMkLst>
        </pc:spChg>
        <pc:spChg chg="add mod">
          <ac:chgData name="Vladimir Gaponenko (Tami)" userId="cbca5b29-f52a-4b63-a980-35b2d4677d63" providerId="ADAL" clId="{A2164127-7C71-4786-A1AE-D61943C17498}" dt="2026-01-20T12:27:23.200" v="605" actId="1076"/>
          <ac:spMkLst>
            <pc:docMk/>
            <pc:sldMk cId="1277842313" sldId="258"/>
            <ac:spMk id="14" creationId="{7580B36A-2F10-04AD-6591-FBBB2C5FA707}"/>
          </ac:spMkLst>
        </pc:spChg>
        <pc:spChg chg="add mod">
          <ac:chgData name="Vladimir Gaponenko (Tami)" userId="cbca5b29-f52a-4b63-a980-35b2d4677d63" providerId="ADAL" clId="{A2164127-7C71-4786-A1AE-D61943C17498}" dt="2026-01-20T12:27:23.200" v="605" actId="1076"/>
          <ac:spMkLst>
            <pc:docMk/>
            <pc:sldMk cId="1277842313" sldId="258"/>
            <ac:spMk id="15" creationId="{1EED9F9B-E0FA-DB38-999E-D708FF1BD30E}"/>
          </ac:spMkLst>
        </pc:spChg>
        <pc:spChg chg="add mod">
          <ac:chgData name="Vladimir Gaponenko (Tami)" userId="cbca5b29-f52a-4b63-a980-35b2d4677d63" providerId="ADAL" clId="{A2164127-7C71-4786-A1AE-D61943C17498}" dt="2026-01-20T12:27:23.200" v="605" actId="1076"/>
          <ac:spMkLst>
            <pc:docMk/>
            <pc:sldMk cId="1277842313" sldId="258"/>
            <ac:spMk id="17" creationId="{B601868C-1C40-EFF8-E5F4-9CDFB55C1673}"/>
          </ac:spMkLst>
        </pc:spChg>
        <pc:spChg chg="add mod">
          <ac:chgData name="Vladimir Gaponenko (Tami)" userId="cbca5b29-f52a-4b63-a980-35b2d4677d63" providerId="ADAL" clId="{A2164127-7C71-4786-A1AE-D61943C17498}" dt="2026-01-20T12:38:03.650" v="648" actId="20577"/>
          <ac:spMkLst>
            <pc:docMk/>
            <pc:sldMk cId="1277842313" sldId="258"/>
            <ac:spMk id="18" creationId="{A32C5219-6537-A8AE-AED4-F5A536924492}"/>
          </ac:spMkLst>
        </pc:spChg>
        <pc:spChg chg="mod">
          <ac:chgData name="Vladimir Gaponenko (Tami)" userId="cbca5b29-f52a-4b63-a980-35b2d4677d63" providerId="ADAL" clId="{A2164127-7C71-4786-A1AE-D61943C17498}" dt="2026-01-20T12:31:09.076" v="634" actId="1076"/>
          <ac:spMkLst>
            <pc:docMk/>
            <pc:sldMk cId="1277842313" sldId="258"/>
            <ac:spMk id="45" creationId="{CA06CE2B-93FB-4C59-B727-6601B2298973}"/>
          </ac:spMkLst>
        </pc:spChg>
        <pc:spChg chg="add mod">
          <ac:chgData name="Vladimir Gaponenko (Tami)" userId="cbca5b29-f52a-4b63-a980-35b2d4677d63" providerId="ADAL" clId="{A2164127-7C71-4786-A1AE-D61943C17498}" dt="2026-01-20T12:31:35.668" v="636" actId="1076"/>
          <ac:spMkLst>
            <pc:docMk/>
            <pc:sldMk cId="1277842313" sldId="258"/>
            <ac:spMk id="46" creationId="{7C2AD16E-E0AD-B8D8-4339-DF92363FCB5F}"/>
          </ac:spMkLst>
        </pc:spChg>
        <pc:spChg chg="add mod">
          <ac:chgData name="Vladimir Gaponenko (Tami)" userId="cbca5b29-f52a-4b63-a980-35b2d4677d63" providerId="ADAL" clId="{A2164127-7C71-4786-A1AE-D61943C17498}" dt="2026-01-20T12:32:37.456" v="646" actId="164"/>
          <ac:spMkLst>
            <pc:docMk/>
            <pc:sldMk cId="1277842313" sldId="258"/>
            <ac:spMk id="47" creationId="{79B71DFB-840A-8CDB-0F14-B5B04C46A720}"/>
          </ac:spMkLst>
        </pc:spChg>
        <pc:spChg chg="add mod">
          <ac:chgData name="Vladimir Gaponenko (Tami)" userId="cbca5b29-f52a-4b63-a980-35b2d4677d63" providerId="ADAL" clId="{A2164127-7C71-4786-A1AE-D61943C17498}" dt="2026-01-20T12:31:55.953" v="642" actId="1076"/>
          <ac:spMkLst>
            <pc:docMk/>
            <pc:sldMk cId="1277842313" sldId="258"/>
            <ac:spMk id="48" creationId="{1608A099-053D-5E74-B226-65D04AF1AD3F}"/>
          </ac:spMkLst>
        </pc:spChg>
        <pc:spChg chg="add mod">
          <ac:chgData name="Vladimir Gaponenko (Tami)" userId="cbca5b29-f52a-4b63-a980-35b2d4677d63" providerId="ADAL" clId="{A2164127-7C71-4786-A1AE-D61943C17498}" dt="2026-01-20T12:31:42.985" v="638" actId="1076"/>
          <ac:spMkLst>
            <pc:docMk/>
            <pc:sldMk cId="1277842313" sldId="258"/>
            <ac:spMk id="49" creationId="{AB2AB35C-19D3-8243-EC39-B3B28AEBF865}"/>
          </ac:spMkLst>
        </pc:spChg>
        <pc:spChg chg="mod">
          <ac:chgData name="Vladimir Gaponenko (Tami)" userId="cbca5b29-f52a-4b63-a980-35b2d4677d63" providerId="ADAL" clId="{A2164127-7C71-4786-A1AE-D61943C17498}" dt="2026-01-20T12:27:29.822" v="607" actId="20577"/>
          <ac:spMkLst>
            <pc:docMk/>
            <pc:sldMk cId="1277842313" sldId="258"/>
            <ac:spMk id="119" creationId="{3B649685-C08B-8219-9758-F6CFDEBDDFE4}"/>
          </ac:spMkLst>
        </pc:spChg>
        <pc:spChg chg="mod">
          <ac:chgData name="Vladimir Gaponenko (Tami)" userId="cbca5b29-f52a-4b63-a980-35b2d4677d63" providerId="ADAL" clId="{A2164127-7C71-4786-A1AE-D61943C17498}" dt="2026-01-20T12:25:44.020" v="580" actId="1076"/>
          <ac:spMkLst>
            <pc:docMk/>
            <pc:sldMk cId="1277842313" sldId="258"/>
            <ac:spMk id="133" creationId="{363F0299-B871-6371-E907-95C32DE17566}"/>
          </ac:spMkLst>
        </pc:spChg>
        <pc:spChg chg="mod topLvl">
          <ac:chgData name="Vladimir Gaponenko (Tami)" userId="cbca5b29-f52a-4b63-a980-35b2d4677d63" providerId="ADAL" clId="{A2164127-7C71-4786-A1AE-D61943C17498}" dt="2026-01-20T12:32:37.456" v="646" actId="164"/>
          <ac:spMkLst>
            <pc:docMk/>
            <pc:sldMk cId="1277842313" sldId="258"/>
            <ac:spMk id="135" creationId="{F29372A3-9F0A-7D77-24C4-E71ED5F79FF9}"/>
          </ac:spMkLst>
        </pc:spChg>
        <pc:spChg chg="mod topLvl">
          <ac:chgData name="Vladimir Gaponenko (Tami)" userId="cbca5b29-f52a-4b63-a980-35b2d4677d63" providerId="ADAL" clId="{A2164127-7C71-4786-A1AE-D61943C17498}" dt="2026-01-20T12:32:37.456" v="646" actId="164"/>
          <ac:spMkLst>
            <pc:docMk/>
            <pc:sldMk cId="1277842313" sldId="258"/>
            <ac:spMk id="136" creationId="{BFA4C920-0CC4-21AE-BB92-CFD4C8C4FD74}"/>
          </ac:spMkLst>
        </pc:spChg>
        <pc:spChg chg="mod topLvl">
          <ac:chgData name="Vladimir Gaponenko (Tami)" userId="cbca5b29-f52a-4b63-a980-35b2d4677d63" providerId="ADAL" clId="{A2164127-7C71-4786-A1AE-D61943C17498}" dt="2026-01-20T12:32:37.456" v="646" actId="164"/>
          <ac:spMkLst>
            <pc:docMk/>
            <pc:sldMk cId="1277842313" sldId="258"/>
            <ac:spMk id="137" creationId="{8757D5E6-7C62-1765-D1AD-22B23105E87B}"/>
          </ac:spMkLst>
        </pc:spChg>
        <pc:spChg chg="mod">
          <ac:chgData name="Vladimir Gaponenko (Tami)" userId="cbca5b29-f52a-4b63-a980-35b2d4677d63" providerId="ADAL" clId="{A2164127-7C71-4786-A1AE-D61943C17498}" dt="2026-01-20T12:25:44.020" v="580" actId="1076"/>
          <ac:spMkLst>
            <pc:docMk/>
            <pc:sldMk cId="1277842313" sldId="258"/>
            <ac:spMk id="138" creationId="{4A9993A6-D047-2955-0946-794B555C789D}"/>
          </ac:spMkLst>
        </pc:spChg>
        <pc:spChg chg="mod topLvl">
          <ac:chgData name="Vladimir Gaponenko (Tami)" userId="cbca5b29-f52a-4b63-a980-35b2d4677d63" providerId="ADAL" clId="{A2164127-7C71-4786-A1AE-D61943C17498}" dt="2026-01-20T12:32:37.456" v="646" actId="164"/>
          <ac:spMkLst>
            <pc:docMk/>
            <pc:sldMk cId="1277842313" sldId="258"/>
            <ac:spMk id="140" creationId="{13BF03A2-B926-FA09-D439-02F11BEB55CF}"/>
          </ac:spMkLst>
        </pc:spChg>
        <pc:spChg chg="mod">
          <ac:chgData name="Vladimir Gaponenko (Tami)" userId="cbca5b29-f52a-4b63-a980-35b2d4677d63" providerId="ADAL" clId="{A2164127-7C71-4786-A1AE-D61943C17498}" dt="2026-01-20T12:25:44.020" v="580" actId="1076"/>
          <ac:spMkLst>
            <pc:docMk/>
            <pc:sldMk cId="1277842313" sldId="258"/>
            <ac:spMk id="143" creationId="{600B7335-05AF-13D3-5CC5-45F255474DD9}"/>
          </ac:spMkLst>
        </pc:spChg>
        <pc:spChg chg="mod">
          <ac:chgData name="Vladimir Gaponenko (Tami)" userId="cbca5b29-f52a-4b63-a980-35b2d4677d63" providerId="ADAL" clId="{A2164127-7C71-4786-A1AE-D61943C17498}" dt="2026-01-20T12:25:44.020" v="580" actId="1076"/>
          <ac:spMkLst>
            <pc:docMk/>
            <pc:sldMk cId="1277842313" sldId="258"/>
            <ac:spMk id="144" creationId="{A3D728DA-4F07-C606-B727-F7A55ACF8C8E}"/>
          </ac:spMkLst>
        </pc:spChg>
        <pc:spChg chg="mod">
          <ac:chgData name="Vladimir Gaponenko (Tami)" userId="cbca5b29-f52a-4b63-a980-35b2d4677d63" providerId="ADAL" clId="{A2164127-7C71-4786-A1AE-D61943C17498}" dt="2026-01-20T12:26:49.606" v="594" actId="3064"/>
          <ac:spMkLst>
            <pc:docMk/>
            <pc:sldMk cId="1277842313" sldId="258"/>
            <ac:spMk id="145" creationId="{28B4E45F-F4DD-BFD0-E027-5434A212FC40}"/>
          </ac:spMkLst>
        </pc:spChg>
        <pc:spChg chg="del mod">
          <ac:chgData name="Vladimir Gaponenko (Tami)" userId="cbca5b29-f52a-4b63-a980-35b2d4677d63" providerId="ADAL" clId="{A2164127-7C71-4786-A1AE-D61943C17498}" dt="2026-01-20T12:31:00.973" v="632" actId="478"/>
          <ac:spMkLst>
            <pc:docMk/>
            <pc:sldMk cId="1277842313" sldId="258"/>
            <ac:spMk id="146" creationId="{DF351505-AA51-3BF1-722E-CD4D0607C3B9}"/>
          </ac:spMkLst>
        </pc:spChg>
        <pc:spChg chg="mod">
          <ac:chgData name="Vladimir Gaponenko (Tami)" userId="cbca5b29-f52a-4b63-a980-35b2d4677d63" providerId="ADAL" clId="{A2164127-7C71-4786-A1AE-D61943C17498}" dt="2026-01-20T12:27:36.914" v="617" actId="20577"/>
          <ac:spMkLst>
            <pc:docMk/>
            <pc:sldMk cId="1277842313" sldId="258"/>
            <ac:spMk id="147" creationId="{DB97EA60-8898-E567-8AC0-0093CFCC0B0A}"/>
          </ac:spMkLst>
        </pc:spChg>
        <pc:grpChg chg="del">
          <ac:chgData name="Vladimir Gaponenko (Tami)" userId="cbca5b29-f52a-4b63-a980-35b2d4677d63" providerId="ADAL" clId="{A2164127-7C71-4786-A1AE-D61943C17498}" dt="2026-01-20T12:25:38.812" v="579" actId="478"/>
          <ac:grpSpMkLst>
            <pc:docMk/>
            <pc:sldMk cId="1277842313" sldId="258"/>
            <ac:grpSpMk id="40" creationId="{6879C5A0-50B9-E882-1739-8358816D979A}"/>
          </ac:grpSpMkLst>
        </pc:grpChg>
        <pc:grpChg chg="del">
          <ac:chgData name="Vladimir Gaponenko (Tami)" userId="cbca5b29-f52a-4b63-a980-35b2d4677d63" providerId="ADAL" clId="{A2164127-7C71-4786-A1AE-D61943C17498}" dt="2026-01-20T12:25:38.812" v="579" actId="478"/>
          <ac:grpSpMkLst>
            <pc:docMk/>
            <pc:sldMk cId="1277842313" sldId="258"/>
            <ac:grpSpMk id="68" creationId="{0CCBAC47-26F9-ED84-D53E-D26D88C05A52}"/>
          </ac:grpSpMkLst>
        </pc:grpChg>
        <pc:cxnChg chg="add mod">
          <ac:chgData name="Vladimir Gaponenko (Tami)" userId="cbca5b29-f52a-4b63-a980-35b2d4677d63" providerId="ADAL" clId="{A2164127-7C71-4786-A1AE-D61943C17498}" dt="2026-01-20T12:32:27.213" v="645" actId="1582"/>
          <ac:cxnSpMkLst>
            <pc:docMk/>
            <pc:sldMk cId="1277842313" sldId="258"/>
            <ac:cxnSpMk id="20" creationId="{03119A66-0A5C-7D0F-0409-92062114C061}"/>
          </ac:cxnSpMkLst>
        </pc:cxnChg>
        <pc:cxnChg chg="add mod">
          <ac:chgData name="Vladimir Gaponenko (Tami)" userId="cbca5b29-f52a-4b63-a980-35b2d4677d63" providerId="ADAL" clId="{A2164127-7C71-4786-A1AE-D61943C17498}" dt="2026-01-20T12:32:27.213" v="645" actId="1582"/>
          <ac:cxnSpMkLst>
            <pc:docMk/>
            <pc:sldMk cId="1277842313" sldId="258"/>
            <ac:cxnSpMk id="22" creationId="{99D8A378-599F-2878-CBFE-0CC952E58F6B}"/>
          </ac:cxnSpMkLst>
        </pc:cxnChg>
        <pc:cxnChg chg="add mod">
          <ac:chgData name="Vladimir Gaponenko (Tami)" userId="cbca5b29-f52a-4b63-a980-35b2d4677d63" providerId="ADAL" clId="{A2164127-7C71-4786-A1AE-D61943C17498}" dt="2026-01-20T12:32:27.213" v="645" actId="1582"/>
          <ac:cxnSpMkLst>
            <pc:docMk/>
            <pc:sldMk cId="1277842313" sldId="258"/>
            <ac:cxnSpMk id="24" creationId="{1051445C-E520-C239-AC27-E1FB8B8EC2DA}"/>
          </ac:cxnSpMkLst>
        </pc:cxnChg>
        <pc:cxnChg chg="add mod">
          <ac:chgData name="Vladimir Gaponenko (Tami)" userId="cbca5b29-f52a-4b63-a980-35b2d4677d63" providerId="ADAL" clId="{A2164127-7C71-4786-A1AE-D61943C17498}" dt="2026-01-20T12:32:27.213" v="645" actId="1582"/>
          <ac:cxnSpMkLst>
            <pc:docMk/>
            <pc:sldMk cId="1277842313" sldId="258"/>
            <ac:cxnSpMk id="26" creationId="{6487E705-7D42-8509-DC3E-9A6294B67572}"/>
          </ac:cxnSpMkLst>
        </pc:cxnChg>
        <pc:cxnChg chg="add mod">
          <ac:chgData name="Vladimir Gaponenko (Tami)" userId="cbca5b29-f52a-4b63-a980-35b2d4677d63" providerId="ADAL" clId="{A2164127-7C71-4786-A1AE-D61943C17498}" dt="2026-01-20T12:32:27.213" v="645" actId="1582"/>
          <ac:cxnSpMkLst>
            <pc:docMk/>
            <pc:sldMk cId="1277842313" sldId="258"/>
            <ac:cxnSpMk id="29" creationId="{632240E0-08A0-1C44-0FB0-701AC2A9CC02}"/>
          </ac:cxnSpMkLst>
        </pc:cxnChg>
        <pc:cxnChg chg="add mod">
          <ac:chgData name="Vladimir Gaponenko (Tami)" userId="cbca5b29-f52a-4b63-a980-35b2d4677d63" providerId="ADAL" clId="{A2164127-7C71-4786-A1AE-D61943C17498}" dt="2026-01-20T12:32:27.213" v="645" actId="1582"/>
          <ac:cxnSpMkLst>
            <pc:docMk/>
            <pc:sldMk cId="1277842313" sldId="258"/>
            <ac:cxnSpMk id="33" creationId="{7D96A381-D756-0A11-1304-AF3E97B90B22}"/>
          </ac:cxnSpMkLst>
        </pc:cxnChg>
        <pc:cxnChg chg="add mod">
          <ac:chgData name="Vladimir Gaponenko (Tami)" userId="cbca5b29-f52a-4b63-a980-35b2d4677d63" providerId="ADAL" clId="{A2164127-7C71-4786-A1AE-D61943C17498}" dt="2026-01-20T12:32:27.213" v="645" actId="1582"/>
          <ac:cxnSpMkLst>
            <pc:docMk/>
            <pc:sldMk cId="1277842313" sldId="258"/>
            <ac:cxnSpMk id="37" creationId="{B7D96811-4D77-53ED-6689-EA6549C6EF9C}"/>
          </ac:cxnSpMkLst>
        </pc:cxnChg>
        <pc:cxnChg chg="add mod">
          <ac:chgData name="Vladimir Gaponenko (Tami)" userId="cbca5b29-f52a-4b63-a980-35b2d4677d63" providerId="ADAL" clId="{A2164127-7C71-4786-A1AE-D61943C17498}" dt="2026-01-20T12:32:27.213" v="645" actId="1582"/>
          <ac:cxnSpMkLst>
            <pc:docMk/>
            <pc:sldMk cId="1277842313" sldId="258"/>
            <ac:cxnSpMk id="39" creationId="{FB2E9BBC-4C45-D929-D519-F8A5E164C2C1}"/>
          </ac:cxnSpMkLst>
        </pc:cxnChg>
        <pc:cxnChg chg="add mod">
          <ac:chgData name="Vladimir Gaponenko (Tami)" userId="cbca5b29-f52a-4b63-a980-35b2d4677d63" providerId="ADAL" clId="{A2164127-7C71-4786-A1AE-D61943C17498}" dt="2026-01-20T12:32:27.213" v="645" actId="1582"/>
          <ac:cxnSpMkLst>
            <pc:docMk/>
            <pc:sldMk cId="1277842313" sldId="258"/>
            <ac:cxnSpMk id="42" creationId="{9A2CB9D9-6612-4816-DC05-28EEFEE1FA69}"/>
          </ac:cxnSpMkLst>
        </pc:cxnChg>
        <pc:cxnChg chg="add mod">
          <ac:chgData name="Vladimir Gaponenko (Tami)" userId="cbca5b29-f52a-4b63-a980-35b2d4677d63" providerId="ADAL" clId="{A2164127-7C71-4786-A1AE-D61943C17498}" dt="2026-01-20T12:31:51.252" v="640" actId="1076"/>
          <ac:cxnSpMkLst>
            <pc:docMk/>
            <pc:sldMk cId="1277842313" sldId="258"/>
            <ac:cxnSpMk id="50" creationId="{9C6F922F-5532-46FE-907D-8F66131C65D2}"/>
          </ac:cxnSpMkLst>
        </pc:cxnChg>
        <pc:cxnChg chg="add mod">
          <ac:chgData name="Vladimir Gaponenko (Tami)" userId="cbca5b29-f52a-4b63-a980-35b2d4677d63" providerId="ADAL" clId="{A2164127-7C71-4786-A1AE-D61943C17498}" dt="2026-01-20T12:31:46.128" v="639" actId="1076"/>
          <ac:cxnSpMkLst>
            <pc:docMk/>
            <pc:sldMk cId="1277842313" sldId="258"/>
            <ac:cxnSpMk id="51" creationId="{B2C85DCA-54F5-B666-E349-762B9E7D1059}"/>
          </ac:cxnSpMkLst>
        </pc:cxnChg>
        <pc:cxnChg chg="add mod">
          <ac:chgData name="Vladimir Gaponenko (Tami)" userId="cbca5b29-f52a-4b63-a980-35b2d4677d63" providerId="ADAL" clId="{A2164127-7C71-4786-A1AE-D61943C17498}" dt="2026-01-20T12:31:58.315" v="643" actId="14100"/>
          <ac:cxnSpMkLst>
            <pc:docMk/>
            <pc:sldMk cId="1277842313" sldId="258"/>
            <ac:cxnSpMk id="52" creationId="{C16296C9-7067-1EFB-B223-84EC74852651}"/>
          </ac:cxnSpMkLst>
        </pc:cxnChg>
        <pc:cxnChg chg="mod">
          <ac:chgData name="Vladimir Gaponenko (Tami)" userId="cbca5b29-f52a-4b63-a980-35b2d4677d63" providerId="ADAL" clId="{A2164127-7C71-4786-A1AE-D61943C17498}" dt="2026-01-20T12:25:38.812" v="579" actId="478"/>
          <ac:cxnSpMkLst>
            <pc:docMk/>
            <pc:sldMk cId="1277842313" sldId="258"/>
            <ac:cxnSpMk id="110" creationId="{ACFFB403-339C-648C-FFA8-BFCBFB30237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B92A0-F059-F3E8-75EE-C52A1E141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609BF-3B82-192C-44C1-C3EFAF687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94B54-EB86-511D-6128-EEE454DB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D025-63D1-44D7-A5E0-1E3E5D8EA66F}" type="datetimeFigureOut">
              <a:rPr lang="he-IL" smtClean="0"/>
              <a:t>ב'/שבט/תשפ"ו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D94F0-2600-02C7-879D-31EECC60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EFF02-3C69-5BCD-1BA8-DE39F6182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E10A-129B-4ACD-937E-9A925936A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6054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719B-9E39-D9EB-9323-4008A32E3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D9EAC-C20A-5C7C-DB24-D12AAAC56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6C5F8-C61B-7CA5-F3CF-DAF29A04C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D025-63D1-44D7-A5E0-1E3E5D8EA66F}" type="datetimeFigureOut">
              <a:rPr lang="he-IL" smtClean="0"/>
              <a:t>ב'/שבט/תשפ"ו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2AC77-12D8-75E6-1658-A92BFE3A0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A53-A87B-9123-8707-0DAE8863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E10A-129B-4ACD-937E-9A925936A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72077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CA936-D4C3-7D6E-73F0-13013B664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F9FDA-E014-CAE3-297A-B45794AFF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C25F3-8D07-C9CB-5211-B62C0D407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D025-63D1-44D7-A5E0-1E3E5D8EA66F}" type="datetimeFigureOut">
              <a:rPr lang="he-IL" smtClean="0"/>
              <a:t>ב'/שבט/תשפ"ו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94C36-DD22-4B69-EF64-5259E4C03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75C8F-A6B8-70C0-50F6-44F9D722E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E10A-129B-4ACD-937E-9A925936A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88827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79B5A-3D2A-0703-1AA8-E963D295B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A1ACE-3FE9-0D0E-B4B6-7C31BC6350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E3A93-991A-422E-0C8D-B2BE042A7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5147B-BB52-DE74-4943-18808DA0B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D025-63D1-44D7-A5E0-1E3E5D8EA66F}" type="datetimeFigureOut">
              <a:rPr lang="he-IL" smtClean="0"/>
              <a:t>ב'/שבט/תשפ"ו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5AF83-658A-DE4E-6A28-FF6F1B1AB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797D5-61D2-3FFB-D22C-D9DE0582C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E10A-129B-4ACD-937E-9A925936A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36478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FEA9-3918-F358-850D-F3516C03D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93FAD-F13E-3ECA-253E-013817BCC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4901A2-9145-6FFD-3934-521CBFA63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C700D0-B513-4829-3B27-3A9F6546D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3B78E1-8C85-4B5F-12DF-BD7A8E7EEB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1FD5D7-9951-D32B-5F24-76F433C5C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D025-63D1-44D7-A5E0-1E3E5D8EA66F}" type="datetimeFigureOut">
              <a:rPr lang="he-IL" smtClean="0"/>
              <a:t>ב'/שבט/תשפ"ו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4A83BE-877B-3E62-BC69-357D17686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39A0C3-63CF-50D4-DAE2-EA59302A6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E10A-129B-4ACD-937E-9A925936A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3004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89796-B5DD-8832-65E9-9C6663C54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41B41C-23F3-045D-207D-05D4A6D62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D025-63D1-44D7-A5E0-1E3E5D8EA66F}" type="datetimeFigureOut">
              <a:rPr lang="he-IL" smtClean="0"/>
              <a:t>ב'/שבט/תשפ"ו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6C54DD-F23D-A6AF-606F-1EBA1C7B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26CCFD-5F52-3A42-E774-DA0DECB71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E10A-129B-4ACD-937E-9A925936A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965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B9EA6A-2A6A-5E11-C9F9-EEFF30547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D025-63D1-44D7-A5E0-1E3E5D8EA66F}" type="datetimeFigureOut">
              <a:rPr lang="he-IL" smtClean="0"/>
              <a:t>ב'/שבט/תשפ"ו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C5DF89-2752-EBDC-1CA9-A0D16E9AD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B9059-4A28-5953-2081-0A02BCA56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E10A-129B-4ACD-937E-9A925936A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23077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448FC-B1D0-F0E1-DD6C-96C56EFD6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7AD2D-0693-0A2F-3FC0-DD4CDF20E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4B8D9-A8EF-05DC-47AF-D8645ED62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FE1C8-1BEA-C896-36BA-CF1E000D0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D025-63D1-44D7-A5E0-1E3E5D8EA66F}" type="datetimeFigureOut">
              <a:rPr lang="he-IL" smtClean="0"/>
              <a:t>ב'/שבט/תשפ"ו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6F6F88-010E-7A0F-ADA2-520AEDDDC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56D07-236E-F3F8-9334-4AACA96F6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E10A-129B-4ACD-937E-9A925936A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45055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FF449-E4B7-61AB-2397-432ECA41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3DD62C-0D32-804E-39BD-B86928DC81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0F4C6-0E7A-8A34-F890-E2B666632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BC21E-7259-29D6-182E-B42D5E5FC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D025-63D1-44D7-A5E0-1E3E5D8EA66F}" type="datetimeFigureOut">
              <a:rPr lang="he-IL" smtClean="0"/>
              <a:t>ב'/שבט/תשפ"ו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1C3C31-EF21-A98F-6A7A-0D438F4DF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37C35-584F-6DFF-6B53-4F150A1FD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E10A-129B-4ACD-937E-9A925936A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1449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C826-10B2-59CA-7DE1-E7B9621F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0FD32-1F25-5C58-3C01-23757DF13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D8636-CAED-5AED-27D3-9EBC17349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D025-63D1-44D7-A5E0-1E3E5D8EA66F}" type="datetimeFigureOut">
              <a:rPr lang="he-IL" smtClean="0"/>
              <a:t>ב'/שבט/תשפ"ו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17513-19BE-B26C-F1F9-9F83DFFE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56373-4BD0-8D6B-520C-5D94D173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E10A-129B-4ACD-937E-9A925936A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70790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B9E180-CC50-A960-7225-C98A955CC2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66DFBE-3626-AF90-9631-74E197FBE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9F3C6-339E-3E7A-7ACC-AD96ED3E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4D025-63D1-44D7-A5E0-1E3E5D8EA66F}" type="datetimeFigureOut">
              <a:rPr lang="he-IL" smtClean="0"/>
              <a:t>ב'/שבט/תשפ"ו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C37AF-419D-6279-B9B8-04E7F5EEF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FE9B2-19D4-7700-45B3-189E7EE90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9E10A-129B-4ACD-937E-9A925936A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40359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2C1926-063F-F1E5-367F-F788B781B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433BF-EAF5-A34F-0ACB-496FBF8ED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8FEB5-AA7F-3408-8422-C8033CDE6E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E4D025-63D1-44D7-A5E0-1E3E5D8EA66F}" type="datetimeFigureOut">
              <a:rPr lang="he-IL" smtClean="0"/>
              <a:t>ב'/שבט/תשפ"ו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4EA57-482B-0542-A961-897B2F5E4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9C354-D5E4-E1D7-BF8E-C26C5FCD4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D9E10A-129B-4ACD-937E-9A925936A85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851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A0BB1460-2A7D-9184-F8E7-DC4468A02136}"/>
              </a:ext>
            </a:extLst>
          </p:cNvPr>
          <p:cNvGrpSpPr/>
          <p:nvPr/>
        </p:nvGrpSpPr>
        <p:grpSpPr>
          <a:xfrm>
            <a:off x="342900" y="1247775"/>
            <a:ext cx="6648450" cy="4343400"/>
            <a:chOff x="342900" y="1247775"/>
            <a:chExt cx="6648450" cy="434340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2AFA12C-61B0-521B-E740-BC2B066BAB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900" y="1266825"/>
              <a:ext cx="3467100" cy="410527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683F066-37B5-01CD-F75E-657FFB1819C2}"/>
                </a:ext>
              </a:extLst>
            </p:cNvPr>
            <p:cNvCxnSpPr/>
            <p:nvPr/>
          </p:nvCxnSpPr>
          <p:spPr>
            <a:xfrm>
              <a:off x="3810000" y="1247775"/>
              <a:ext cx="3181350" cy="37719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CD5157E-A498-2FEB-A3A7-BE7E810D709D}"/>
                </a:ext>
              </a:extLst>
            </p:cNvPr>
            <p:cNvCxnSpPr>
              <a:cxnSpLocks/>
            </p:cNvCxnSpPr>
            <p:nvPr/>
          </p:nvCxnSpPr>
          <p:spPr>
            <a:xfrm>
              <a:off x="3810000" y="1266825"/>
              <a:ext cx="923923" cy="410527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C48F5DB-81C7-BB24-6D83-B121EE1113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95600" y="1266825"/>
              <a:ext cx="914400" cy="39814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C5F9471-C4FF-1F82-08FC-98304DBA7E3B}"/>
                </a:ext>
              </a:extLst>
            </p:cNvPr>
            <p:cNvCxnSpPr/>
            <p:nvPr/>
          </p:nvCxnSpPr>
          <p:spPr>
            <a:xfrm>
              <a:off x="3810000" y="1266825"/>
              <a:ext cx="0" cy="42862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1DD40D8-783E-9217-A184-F5875EDC61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76398" y="1266825"/>
              <a:ext cx="2148751" cy="43243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50CD259-32C2-BD56-ABC3-E2E81E398817}"/>
              </a:ext>
            </a:extLst>
          </p:cNvPr>
          <p:cNvGrpSpPr/>
          <p:nvPr/>
        </p:nvGrpSpPr>
        <p:grpSpPr>
          <a:xfrm>
            <a:off x="326324" y="2288827"/>
            <a:ext cx="6484342" cy="3416646"/>
            <a:chOff x="326324" y="2288827"/>
            <a:chExt cx="6484342" cy="3416646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2EE9A9D5-0447-9C99-41B9-70E34F32BB8A}"/>
                </a:ext>
              </a:extLst>
            </p:cNvPr>
            <p:cNvSpPr/>
            <p:nvPr/>
          </p:nvSpPr>
          <p:spPr>
            <a:xfrm>
              <a:off x="1304925" y="4238625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9FB880A-5300-8FC8-5C88-777FEEEF5486}"/>
                </a:ext>
              </a:extLst>
            </p:cNvPr>
            <p:cNvSpPr/>
            <p:nvPr/>
          </p:nvSpPr>
          <p:spPr>
            <a:xfrm>
              <a:off x="1304925" y="4119563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4B6A9F8-BDAB-8DD7-98C4-EAE1D116798A}"/>
                </a:ext>
              </a:extLst>
            </p:cNvPr>
            <p:cNvSpPr/>
            <p:nvPr/>
          </p:nvSpPr>
          <p:spPr>
            <a:xfrm>
              <a:off x="1304925" y="4000501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1D5073A-D447-64D3-3A17-0A17B808DE83}"/>
                </a:ext>
              </a:extLst>
            </p:cNvPr>
            <p:cNvSpPr/>
            <p:nvPr/>
          </p:nvSpPr>
          <p:spPr>
            <a:xfrm>
              <a:off x="1304925" y="3881439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59A39BF-0D5D-3753-4338-D2289F52F5CF}"/>
                </a:ext>
              </a:extLst>
            </p:cNvPr>
            <p:cNvSpPr/>
            <p:nvPr/>
          </p:nvSpPr>
          <p:spPr>
            <a:xfrm>
              <a:off x="1304925" y="3762377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06FAA17-3241-34A0-87D0-6403C57BB04B}"/>
                </a:ext>
              </a:extLst>
            </p:cNvPr>
            <p:cNvSpPr/>
            <p:nvPr/>
          </p:nvSpPr>
          <p:spPr>
            <a:xfrm>
              <a:off x="1304925" y="3643315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2AF97D0-F7C4-9B28-9038-DED94FAD0483}"/>
                </a:ext>
              </a:extLst>
            </p:cNvPr>
            <p:cNvSpPr/>
            <p:nvPr/>
          </p:nvSpPr>
          <p:spPr>
            <a:xfrm>
              <a:off x="1304925" y="3524253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577CDE1-8391-32D5-72A3-ABF7F37B0E82}"/>
                </a:ext>
              </a:extLst>
            </p:cNvPr>
            <p:cNvSpPr/>
            <p:nvPr/>
          </p:nvSpPr>
          <p:spPr>
            <a:xfrm>
              <a:off x="1304925" y="3405191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D1373C2-112B-CF36-7FB6-9424D178F7B1}"/>
                </a:ext>
              </a:extLst>
            </p:cNvPr>
            <p:cNvSpPr/>
            <p:nvPr/>
          </p:nvSpPr>
          <p:spPr>
            <a:xfrm>
              <a:off x="1304925" y="3286129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dirty="0"/>
                <a:t>-1.5</a:t>
              </a:r>
              <a:endParaRPr lang="he-IL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9E160AA-BAA7-E32F-3E78-73527F6E0DCE}"/>
                </a:ext>
              </a:extLst>
            </p:cNvPr>
            <p:cNvSpPr/>
            <p:nvPr/>
          </p:nvSpPr>
          <p:spPr>
            <a:xfrm>
              <a:off x="1304925" y="2981330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dirty="0"/>
                <a:t>-2</a:t>
              </a:r>
              <a:endParaRPr lang="he-IL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A158EEE-12D2-D8BD-7289-9135A8802663}"/>
                </a:ext>
              </a:extLst>
            </p:cNvPr>
            <p:cNvSpPr/>
            <p:nvPr/>
          </p:nvSpPr>
          <p:spPr>
            <a:xfrm>
              <a:off x="5976937" y="4238625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FF4FB03-2260-5451-4C9C-32465AE55D8E}"/>
                </a:ext>
              </a:extLst>
            </p:cNvPr>
            <p:cNvSpPr/>
            <p:nvPr/>
          </p:nvSpPr>
          <p:spPr>
            <a:xfrm>
              <a:off x="5976937" y="4119563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AD1036C-C440-8F58-6BF6-EDF70C4B4CDE}"/>
                </a:ext>
              </a:extLst>
            </p:cNvPr>
            <p:cNvSpPr/>
            <p:nvPr/>
          </p:nvSpPr>
          <p:spPr>
            <a:xfrm>
              <a:off x="5976937" y="4000501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B6DFEA5-C29B-A25B-990A-D28F9B6CCC93}"/>
                </a:ext>
              </a:extLst>
            </p:cNvPr>
            <p:cNvSpPr/>
            <p:nvPr/>
          </p:nvSpPr>
          <p:spPr>
            <a:xfrm>
              <a:off x="5976937" y="3881439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F82B87F-4771-3FE7-F996-41E6675DB966}"/>
                </a:ext>
              </a:extLst>
            </p:cNvPr>
            <p:cNvSpPr/>
            <p:nvPr/>
          </p:nvSpPr>
          <p:spPr>
            <a:xfrm>
              <a:off x="5976937" y="3762377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664683D-F2FE-4C6E-6D2E-4617B8B5141A}"/>
                </a:ext>
              </a:extLst>
            </p:cNvPr>
            <p:cNvSpPr/>
            <p:nvPr/>
          </p:nvSpPr>
          <p:spPr>
            <a:xfrm>
              <a:off x="5976937" y="3643315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B97DA3F-CE62-0D7C-A312-523D538CC962}"/>
                </a:ext>
              </a:extLst>
            </p:cNvPr>
            <p:cNvSpPr/>
            <p:nvPr/>
          </p:nvSpPr>
          <p:spPr>
            <a:xfrm>
              <a:off x="5976937" y="3524253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DBEAC7F-0F00-324D-D144-3330F7982CC5}"/>
                </a:ext>
              </a:extLst>
            </p:cNvPr>
            <p:cNvSpPr/>
            <p:nvPr/>
          </p:nvSpPr>
          <p:spPr>
            <a:xfrm>
              <a:off x="5976937" y="3405191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025A5D-CE49-94F7-620F-EEF26EAC0E26}"/>
                </a:ext>
              </a:extLst>
            </p:cNvPr>
            <p:cNvSpPr/>
            <p:nvPr/>
          </p:nvSpPr>
          <p:spPr>
            <a:xfrm>
              <a:off x="5976937" y="3286129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1" anchor="ctr"/>
            <a:lstStyle/>
            <a:p>
              <a:pPr algn="ctr"/>
              <a:r>
                <a:rPr lang="en-US" dirty="0"/>
                <a:t>-8.75</a:t>
              </a:r>
              <a:endParaRPr lang="he-IL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48843FB-0C36-260A-CE62-A911B4A1895D}"/>
                </a:ext>
              </a:extLst>
            </p:cNvPr>
            <p:cNvSpPr/>
            <p:nvPr/>
          </p:nvSpPr>
          <p:spPr>
            <a:xfrm>
              <a:off x="5976937" y="2981330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dirty="0"/>
                <a:t>-15</a:t>
              </a:r>
              <a:endParaRPr lang="he-IL" dirty="0"/>
            </a:p>
          </p:txBody>
        </p:sp>
        <p:sp>
          <p:nvSpPr>
            <p:cNvPr id="25" name="Trapezoid 24">
              <a:extLst>
                <a:ext uri="{FF2B5EF4-FFF2-40B4-BE49-F238E27FC236}">
                  <a16:creationId xmlns:a16="http://schemas.microsoft.com/office/drawing/2014/main" id="{3416598A-515F-03EC-5FB4-13015CFB69B4}"/>
                </a:ext>
              </a:extLst>
            </p:cNvPr>
            <p:cNvSpPr/>
            <p:nvPr/>
          </p:nvSpPr>
          <p:spPr>
            <a:xfrm>
              <a:off x="3381374" y="2847975"/>
              <a:ext cx="857251" cy="247650"/>
            </a:xfrm>
            <a:prstGeom prst="trapezoid">
              <a:avLst>
                <a:gd name="adj" fmla="val 2295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dirty="0"/>
                <a:t>x^2</a:t>
              </a:r>
              <a:endParaRPr lang="he-IL" dirty="0"/>
            </a:p>
          </p:txBody>
        </p:sp>
        <p:sp>
          <p:nvSpPr>
            <p:cNvPr id="26" name="Trapezoid 25">
              <a:extLst>
                <a:ext uri="{FF2B5EF4-FFF2-40B4-BE49-F238E27FC236}">
                  <a16:creationId xmlns:a16="http://schemas.microsoft.com/office/drawing/2014/main" id="{C62FC98A-8083-D58C-055C-6C30007E6080}"/>
                </a:ext>
              </a:extLst>
            </p:cNvPr>
            <p:cNvSpPr/>
            <p:nvPr/>
          </p:nvSpPr>
          <p:spPr>
            <a:xfrm>
              <a:off x="3143250" y="3629029"/>
              <a:ext cx="1323975" cy="442912"/>
            </a:xfrm>
            <a:prstGeom prst="trapezoid">
              <a:avLst>
                <a:gd name="adj" fmla="val 22233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sz="2800" dirty="0"/>
                <a:t>x</a:t>
              </a:r>
              <a:endParaRPr lang="he-IL" sz="2800" dirty="0"/>
            </a:p>
          </p:txBody>
        </p:sp>
        <p:sp>
          <p:nvSpPr>
            <p:cNvPr id="39" name="Trapezoid 38">
              <a:extLst>
                <a:ext uri="{FF2B5EF4-FFF2-40B4-BE49-F238E27FC236}">
                  <a16:creationId xmlns:a16="http://schemas.microsoft.com/office/drawing/2014/main" id="{3691EE3D-D0A3-1EE5-54DD-DA97430C8CF8}"/>
                </a:ext>
              </a:extLst>
            </p:cNvPr>
            <p:cNvSpPr/>
            <p:nvPr/>
          </p:nvSpPr>
          <p:spPr>
            <a:xfrm>
              <a:off x="2847973" y="4780272"/>
              <a:ext cx="1905001" cy="648000"/>
            </a:xfrm>
            <a:prstGeom prst="trapezoid">
              <a:avLst>
                <a:gd name="adj" fmla="val 22233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sz="3600" dirty="0"/>
                <a:t>1</a:t>
              </a:r>
              <a:endParaRPr lang="he-IL" sz="3600" dirty="0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78A08735-FAE2-8FC0-5F81-2D3E63C6F65D}"/>
                </a:ext>
              </a:extLst>
            </p:cNvPr>
            <p:cNvCxnSpPr/>
            <p:nvPr/>
          </p:nvCxnSpPr>
          <p:spPr>
            <a:xfrm>
              <a:off x="2257425" y="3881439"/>
              <a:ext cx="885825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C06DCBA-0CFD-7938-ABB2-EDC92DC4D2BD}"/>
                </a:ext>
              </a:extLst>
            </p:cNvPr>
            <p:cNvCxnSpPr/>
            <p:nvPr/>
          </p:nvCxnSpPr>
          <p:spPr>
            <a:xfrm flipV="1">
              <a:off x="2257425" y="2981325"/>
              <a:ext cx="1123949" cy="78105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ED549A3-5981-62A4-DF21-FD074EA4B5EC}"/>
                </a:ext>
              </a:extLst>
            </p:cNvPr>
            <p:cNvCxnSpPr/>
            <p:nvPr/>
          </p:nvCxnSpPr>
          <p:spPr>
            <a:xfrm>
              <a:off x="4467225" y="3881439"/>
              <a:ext cx="135255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C4F5EA0-B596-EA46-2071-D47499DCD289}"/>
                </a:ext>
              </a:extLst>
            </p:cNvPr>
            <p:cNvCxnSpPr/>
            <p:nvPr/>
          </p:nvCxnSpPr>
          <p:spPr>
            <a:xfrm>
              <a:off x="4238625" y="2981325"/>
              <a:ext cx="1552575" cy="78105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3F175722-E5C5-88E4-F013-7466626914E9}"/>
                </a:ext>
              </a:extLst>
            </p:cNvPr>
            <p:cNvCxnSpPr/>
            <p:nvPr/>
          </p:nvCxnSpPr>
          <p:spPr>
            <a:xfrm flipV="1">
              <a:off x="4752974" y="4071940"/>
              <a:ext cx="1066801" cy="94773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7F95F1B-CAA4-6893-7DB1-E708700D11D9}"/>
                </a:ext>
              </a:extLst>
            </p:cNvPr>
            <p:cNvSpPr txBox="1"/>
            <p:nvPr/>
          </p:nvSpPr>
          <p:spPr>
            <a:xfrm>
              <a:off x="1333499" y="2611993"/>
              <a:ext cx="699230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/>
                <a:t>input</a:t>
              </a:r>
              <a:endParaRPr lang="he-IL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6245FBE-4708-FD27-60C3-A2EE519A3C43}"/>
                </a:ext>
              </a:extLst>
            </p:cNvPr>
            <p:cNvSpPr txBox="1"/>
            <p:nvPr/>
          </p:nvSpPr>
          <p:spPr>
            <a:xfrm>
              <a:off x="5962357" y="2592948"/>
              <a:ext cx="848309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/>
                <a:t>output</a:t>
              </a:r>
              <a:endParaRPr lang="he-IL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E98E792-5883-EE6A-42BC-054C0751296A}"/>
                </a:ext>
              </a:extLst>
            </p:cNvPr>
            <p:cNvSpPr txBox="1"/>
            <p:nvPr/>
          </p:nvSpPr>
          <p:spPr>
            <a:xfrm>
              <a:off x="1988434" y="5336141"/>
              <a:ext cx="604653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/>
                <a:t>bias</a:t>
              </a:r>
              <a:endParaRPr lang="he-IL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70A2335-D084-5657-C6BB-0AB0435F0BEA}"/>
                </a:ext>
              </a:extLst>
            </p:cNvPr>
            <p:cNvSpPr txBox="1"/>
            <p:nvPr/>
          </p:nvSpPr>
          <p:spPr>
            <a:xfrm>
              <a:off x="4180613" y="2396607"/>
              <a:ext cx="801823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/>
                <a:t>nodes</a:t>
              </a:r>
              <a:endParaRPr lang="he-IL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7158892-2CBB-510E-E74D-5350757C18A0}"/>
                </a:ext>
              </a:extLst>
            </p:cNvPr>
            <p:cNvSpPr txBox="1"/>
            <p:nvPr/>
          </p:nvSpPr>
          <p:spPr>
            <a:xfrm>
              <a:off x="2168257" y="2288827"/>
              <a:ext cx="1517058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dirty="0"/>
                <a:t>activation function</a:t>
              </a:r>
              <a:endParaRPr lang="he-IL" dirty="0"/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EC4FBEAA-23DC-EA20-9D6C-919D4D921C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1847" y="2765939"/>
              <a:ext cx="337275" cy="1547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1951BFF-17B1-4502-A12E-97E5D3FD2075}"/>
                </a:ext>
              </a:extLst>
            </p:cNvPr>
            <p:cNvCxnSpPr>
              <a:cxnSpLocks/>
              <a:stCxn id="56" idx="2"/>
            </p:cNvCxnSpPr>
            <p:nvPr/>
          </p:nvCxnSpPr>
          <p:spPr>
            <a:xfrm flipH="1">
              <a:off x="4244245" y="2765939"/>
              <a:ext cx="337280" cy="10059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7DF1510C-3A76-B767-236D-DD251E1BCF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8455" y="5263292"/>
              <a:ext cx="488804" cy="1571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764BBC92-FBA8-8EF0-B99A-1284531F3E5D}"/>
                </a:ext>
              </a:extLst>
            </p:cNvPr>
            <p:cNvCxnSpPr>
              <a:cxnSpLocks/>
            </p:cNvCxnSpPr>
            <p:nvPr/>
          </p:nvCxnSpPr>
          <p:spPr>
            <a:xfrm>
              <a:off x="3143250" y="2679035"/>
              <a:ext cx="418237" cy="2561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Trapezoid 71">
              <a:extLst>
                <a:ext uri="{FF2B5EF4-FFF2-40B4-BE49-F238E27FC236}">
                  <a16:creationId xmlns:a16="http://schemas.microsoft.com/office/drawing/2014/main" id="{BCE6CFAC-D35D-1EBC-FB37-72C5EBF204F5}"/>
                </a:ext>
              </a:extLst>
            </p:cNvPr>
            <p:cNvSpPr/>
            <p:nvPr/>
          </p:nvSpPr>
          <p:spPr>
            <a:xfrm>
              <a:off x="326324" y="4771725"/>
              <a:ext cx="1751406" cy="648000"/>
            </a:xfrm>
            <a:custGeom>
              <a:avLst/>
              <a:gdLst>
                <a:gd name="csX0" fmla="*/ 0 w 1905001"/>
                <a:gd name="csY0" fmla="*/ 648000 h 648000"/>
                <a:gd name="csX1" fmla="*/ 144070 w 1905001"/>
                <a:gd name="csY1" fmla="*/ 0 h 648000"/>
                <a:gd name="csX2" fmla="*/ 1760931 w 1905001"/>
                <a:gd name="csY2" fmla="*/ 0 h 648000"/>
                <a:gd name="csX3" fmla="*/ 1905001 w 1905001"/>
                <a:gd name="csY3" fmla="*/ 648000 h 648000"/>
                <a:gd name="csX4" fmla="*/ 0 w 1905001"/>
                <a:gd name="csY4" fmla="*/ 648000 h 648000"/>
                <a:gd name="csX0" fmla="*/ 0 w 1760931"/>
                <a:gd name="csY0" fmla="*/ 648000 h 648000"/>
                <a:gd name="csX1" fmla="*/ 144070 w 1760931"/>
                <a:gd name="csY1" fmla="*/ 0 h 648000"/>
                <a:gd name="csX2" fmla="*/ 1760931 w 1760931"/>
                <a:gd name="csY2" fmla="*/ 0 h 648000"/>
                <a:gd name="csX3" fmla="*/ 1524001 w 1760931"/>
                <a:gd name="csY3" fmla="*/ 648000 h 648000"/>
                <a:gd name="csX4" fmla="*/ 0 w 1760931"/>
                <a:gd name="csY4" fmla="*/ 648000 h 648000"/>
                <a:gd name="csX0" fmla="*/ 0 w 1837131"/>
                <a:gd name="csY0" fmla="*/ 648000 h 648000"/>
                <a:gd name="csX1" fmla="*/ 144070 w 1837131"/>
                <a:gd name="csY1" fmla="*/ 0 h 648000"/>
                <a:gd name="csX2" fmla="*/ 1837131 w 1837131"/>
                <a:gd name="csY2" fmla="*/ 9525 h 648000"/>
                <a:gd name="csX3" fmla="*/ 1524001 w 1837131"/>
                <a:gd name="csY3" fmla="*/ 648000 h 648000"/>
                <a:gd name="csX4" fmla="*/ 0 w 1837131"/>
                <a:gd name="csY4" fmla="*/ 648000 h 648000"/>
                <a:gd name="csX0" fmla="*/ 0 w 1837131"/>
                <a:gd name="csY0" fmla="*/ 648000 h 648000"/>
                <a:gd name="csX1" fmla="*/ 572695 w 1837131"/>
                <a:gd name="csY1" fmla="*/ 0 h 648000"/>
                <a:gd name="csX2" fmla="*/ 1837131 w 1837131"/>
                <a:gd name="csY2" fmla="*/ 9525 h 648000"/>
                <a:gd name="csX3" fmla="*/ 1524001 w 1837131"/>
                <a:gd name="csY3" fmla="*/ 648000 h 648000"/>
                <a:gd name="csX4" fmla="*/ 0 w 1837131"/>
                <a:gd name="csY4" fmla="*/ 648000 h 648000"/>
                <a:gd name="csX0" fmla="*/ 0 w 1675206"/>
                <a:gd name="csY0" fmla="*/ 648000 h 648000"/>
                <a:gd name="csX1" fmla="*/ 410770 w 1675206"/>
                <a:gd name="csY1" fmla="*/ 0 h 648000"/>
                <a:gd name="csX2" fmla="*/ 1675206 w 1675206"/>
                <a:gd name="csY2" fmla="*/ 9525 h 648000"/>
                <a:gd name="csX3" fmla="*/ 1362076 w 1675206"/>
                <a:gd name="csY3" fmla="*/ 648000 h 648000"/>
                <a:gd name="csX4" fmla="*/ 0 w 1675206"/>
                <a:gd name="csY4" fmla="*/ 648000 h 648000"/>
                <a:gd name="csX0" fmla="*/ 0 w 1751406"/>
                <a:gd name="csY0" fmla="*/ 648000 h 648000"/>
                <a:gd name="csX1" fmla="*/ 486970 w 1751406"/>
                <a:gd name="csY1" fmla="*/ 0 h 648000"/>
                <a:gd name="csX2" fmla="*/ 1751406 w 1751406"/>
                <a:gd name="csY2" fmla="*/ 9525 h 648000"/>
                <a:gd name="csX3" fmla="*/ 1438276 w 1751406"/>
                <a:gd name="csY3" fmla="*/ 648000 h 648000"/>
                <a:gd name="csX4" fmla="*/ 0 w 1751406"/>
                <a:gd name="csY4" fmla="*/ 648000 h 648000"/>
                <a:gd name="csX0" fmla="*/ 0 w 1751406"/>
                <a:gd name="csY0" fmla="*/ 638475 h 638475"/>
                <a:gd name="csX1" fmla="*/ 534595 w 1751406"/>
                <a:gd name="csY1" fmla="*/ 0 h 638475"/>
                <a:gd name="csX2" fmla="*/ 1751406 w 1751406"/>
                <a:gd name="csY2" fmla="*/ 0 h 638475"/>
                <a:gd name="csX3" fmla="*/ 1438276 w 1751406"/>
                <a:gd name="csY3" fmla="*/ 638475 h 638475"/>
                <a:gd name="csX4" fmla="*/ 0 w 1751406"/>
                <a:gd name="csY4" fmla="*/ 638475 h 638475"/>
                <a:gd name="csX0" fmla="*/ 0 w 1751406"/>
                <a:gd name="csY0" fmla="*/ 648000 h 648000"/>
                <a:gd name="csX1" fmla="*/ 534595 w 1751406"/>
                <a:gd name="csY1" fmla="*/ 0 h 648000"/>
                <a:gd name="csX2" fmla="*/ 1751406 w 1751406"/>
                <a:gd name="csY2" fmla="*/ 9525 h 648000"/>
                <a:gd name="csX3" fmla="*/ 1438276 w 1751406"/>
                <a:gd name="csY3" fmla="*/ 648000 h 648000"/>
                <a:gd name="csX4" fmla="*/ 0 w 1751406"/>
                <a:gd name="csY4" fmla="*/ 648000 h 64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51406" h="648000">
                  <a:moveTo>
                    <a:pt x="0" y="648000"/>
                  </a:moveTo>
                  <a:lnTo>
                    <a:pt x="534595" y="0"/>
                  </a:lnTo>
                  <a:lnTo>
                    <a:pt x="1751406" y="9525"/>
                  </a:lnTo>
                  <a:lnTo>
                    <a:pt x="1438276" y="648000"/>
                  </a:lnTo>
                  <a:lnTo>
                    <a:pt x="0" y="648000"/>
                  </a:ln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sz="3600" dirty="0"/>
                <a:t>1</a:t>
              </a:r>
              <a:endParaRPr lang="he-IL" sz="3600" dirty="0"/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D10B5EC0-0B79-7206-4ADB-AC93000322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9707" y="5235061"/>
              <a:ext cx="485777" cy="1786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F9960636-DCA6-FBDA-40A4-A0B5C87F35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4381" y="3974371"/>
              <a:ext cx="1186870" cy="111244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A5B37C16-F90C-4CF4-11DB-D84D95F1BA09}"/>
                </a:ext>
              </a:extLst>
            </p:cNvPr>
            <p:cNvCxnSpPr>
              <a:cxnSpLocks/>
              <a:stCxn id="72" idx="2"/>
            </p:cNvCxnSpPr>
            <p:nvPr/>
          </p:nvCxnSpPr>
          <p:spPr>
            <a:xfrm flipV="1">
              <a:off x="2077730" y="3155868"/>
              <a:ext cx="1263258" cy="16253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3597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DE6EB-10D4-52E9-F073-B517ABE87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30DD1EF8-1456-1245-6D09-2F086E900D96}"/>
              </a:ext>
            </a:extLst>
          </p:cNvPr>
          <p:cNvGrpSpPr/>
          <p:nvPr/>
        </p:nvGrpSpPr>
        <p:grpSpPr>
          <a:xfrm>
            <a:off x="342900" y="1247775"/>
            <a:ext cx="6648450" cy="4343400"/>
            <a:chOff x="342900" y="1247775"/>
            <a:chExt cx="6648450" cy="434340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B1EF684-2279-02D4-10D3-9FA4AD15E8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2900" y="1266825"/>
              <a:ext cx="3467100" cy="410527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4EC3D2B-257C-80DB-52E4-D688267BA65F}"/>
                </a:ext>
              </a:extLst>
            </p:cNvPr>
            <p:cNvCxnSpPr/>
            <p:nvPr/>
          </p:nvCxnSpPr>
          <p:spPr>
            <a:xfrm>
              <a:off x="3810000" y="1247775"/>
              <a:ext cx="3181350" cy="37719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29D724A-1063-710E-7EE4-56AD80BF62D9}"/>
                </a:ext>
              </a:extLst>
            </p:cNvPr>
            <p:cNvCxnSpPr>
              <a:cxnSpLocks/>
            </p:cNvCxnSpPr>
            <p:nvPr/>
          </p:nvCxnSpPr>
          <p:spPr>
            <a:xfrm>
              <a:off x="3810000" y="1266825"/>
              <a:ext cx="1101090" cy="41052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0838A81-BECB-954F-3051-F680ED33E3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95600" y="1266825"/>
              <a:ext cx="914400" cy="39814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AB1B6FE-1342-6E54-0202-F277FBF48544}"/>
                </a:ext>
              </a:extLst>
            </p:cNvPr>
            <p:cNvCxnSpPr/>
            <p:nvPr/>
          </p:nvCxnSpPr>
          <p:spPr>
            <a:xfrm>
              <a:off x="3810000" y="1266825"/>
              <a:ext cx="0" cy="42862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45B43AB6-2010-3C15-9166-DA30D600D4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76398" y="1266825"/>
              <a:ext cx="2148751" cy="43243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34EE1EB-887C-F3F7-6AC2-9A2B12100D43}"/>
              </a:ext>
            </a:extLst>
          </p:cNvPr>
          <p:cNvGrpSpPr/>
          <p:nvPr/>
        </p:nvGrpSpPr>
        <p:grpSpPr>
          <a:xfrm>
            <a:off x="342900" y="2070865"/>
            <a:ext cx="6610072" cy="3634608"/>
            <a:chOff x="0" y="0"/>
            <a:chExt cx="6610072" cy="3634608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C529216D-77E5-2EC2-6548-2909C8654287}"/>
                </a:ext>
              </a:extLst>
            </p:cNvPr>
            <p:cNvSpPr/>
            <p:nvPr/>
          </p:nvSpPr>
          <p:spPr>
            <a:xfrm>
              <a:off x="978601" y="2167760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he-IL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BA3FC58-DE44-E9D7-94CE-EBC8EC357051}"/>
                </a:ext>
              </a:extLst>
            </p:cNvPr>
            <p:cNvSpPr/>
            <p:nvPr/>
          </p:nvSpPr>
          <p:spPr>
            <a:xfrm>
              <a:off x="978601" y="2048698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he-IL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D2432D9-510C-A698-023D-2FE2B64E5567}"/>
                </a:ext>
              </a:extLst>
            </p:cNvPr>
            <p:cNvSpPr/>
            <p:nvPr/>
          </p:nvSpPr>
          <p:spPr>
            <a:xfrm>
              <a:off x="978601" y="1929636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he-IL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EEB0BE3-DA16-245B-E318-844C5342F03D}"/>
                </a:ext>
              </a:extLst>
            </p:cNvPr>
            <p:cNvSpPr/>
            <p:nvPr/>
          </p:nvSpPr>
          <p:spPr>
            <a:xfrm>
              <a:off x="978601" y="1810574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he-IL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2E35EC84-091B-0437-FDC7-0BF321714AF5}"/>
                </a:ext>
              </a:extLst>
            </p:cNvPr>
            <p:cNvSpPr/>
            <p:nvPr/>
          </p:nvSpPr>
          <p:spPr>
            <a:xfrm>
              <a:off x="978601" y="1691512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he-IL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E7E88724-84AA-AA76-7695-8DFEA4491439}"/>
                </a:ext>
              </a:extLst>
            </p:cNvPr>
            <p:cNvSpPr/>
            <p:nvPr/>
          </p:nvSpPr>
          <p:spPr>
            <a:xfrm>
              <a:off x="978601" y="1572450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he-IL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891EC7F-F404-5831-6C2E-69FB4DBD6D94}"/>
                </a:ext>
              </a:extLst>
            </p:cNvPr>
            <p:cNvSpPr/>
            <p:nvPr/>
          </p:nvSpPr>
          <p:spPr>
            <a:xfrm>
              <a:off x="978601" y="1453388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he-IL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0EDA64AD-6DAB-5157-302B-0CD7F7F78D38}"/>
                </a:ext>
              </a:extLst>
            </p:cNvPr>
            <p:cNvSpPr/>
            <p:nvPr/>
          </p:nvSpPr>
          <p:spPr>
            <a:xfrm>
              <a:off x="978601" y="1334326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he-IL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4C33BC2A-0F54-3945-ED0E-499E2505DEA8}"/>
                </a:ext>
              </a:extLst>
            </p:cNvPr>
            <p:cNvSpPr/>
            <p:nvPr/>
          </p:nvSpPr>
          <p:spPr>
            <a:xfrm>
              <a:off x="978601" y="1215264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/>
                <a:t>-1.5</a:t>
              </a:r>
              <a:endParaRPr lang="he-IL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7CDB42DC-3DE6-E929-A8B8-3D1CE60AE5D9}"/>
                </a:ext>
              </a:extLst>
            </p:cNvPr>
            <p:cNvSpPr/>
            <p:nvPr/>
          </p:nvSpPr>
          <p:spPr>
            <a:xfrm>
              <a:off x="978601" y="910465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/>
                <a:t>-2</a:t>
              </a:r>
              <a:endParaRPr lang="he-IL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4A42DC33-191B-AC7D-08DF-862B84E74706}"/>
                </a:ext>
              </a:extLst>
            </p:cNvPr>
            <p:cNvSpPr/>
            <p:nvPr/>
          </p:nvSpPr>
          <p:spPr>
            <a:xfrm>
              <a:off x="5776343" y="2167760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he-IL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43765113-610D-2254-B401-18FBA1C44D4C}"/>
                </a:ext>
              </a:extLst>
            </p:cNvPr>
            <p:cNvSpPr/>
            <p:nvPr/>
          </p:nvSpPr>
          <p:spPr>
            <a:xfrm>
              <a:off x="5776343" y="2048698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he-IL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0194BD68-DEAF-D792-9AC8-24011CFA96B6}"/>
                </a:ext>
              </a:extLst>
            </p:cNvPr>
            <p:cNvSpPr/>
            <p:nvPr/>
          </p:nvSpPr>
          <p:spPr>
            <a:xfrm>
              <a:off x="5776343" y="1929636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he-IL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75970D1-22E3-7A11-818D-EFB6FAE69BD9}"/>
                </a:ext>
              </a:extLst>
            </p:cNvPr>
            <p:cNvSpPr/>
            <p:nvPr/>
          </p:nvSpPr>
          <p:spPr>
            <a:xfrm>
              <a:off x="5776343" y="1810574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he-IL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E4CA015F-CC72-E83E-43FD-C4F6F708EEB1}"/>
                </a:ext>
              </a:extLst>
            </p:cNvPr>
            <p:cNvSpPr/>
            <p:nvPr/>
          </p:nvSpPr>
          <p:spPr>
            <a:xfrm>
              <a:off x="5776343" y="1691512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he-IL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D461B58C-6169-08BE-243E-D0A9DDB30516}"/>
                </a:ext>
              </a:extLst>
            </p:cNvPr>
            <p:cNvSpPr/>
            <p:nvPr/>
          </p:nvSpPr>
          <p:spPr>
            <a:xfrm>
              <a:off x="5776343" y="1572450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he-IL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57ABBAEF-F109-E5C5-D2A5-7565C1BECD3C}"/>
                </a:ext>
              </a:extLst>
            </p:cNvPr>
            <p:cNvSpPr/>
            <p:nvPr/>
          </p:nvSpPr>
          <p:spPr>
            <a:xfrm>
              <a:off x="5776343" y="1453388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he-IL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DE68A8FD-3F26-0A00-9B11-7580EAE0F622}"/>
                </a:ext>
              </a:extLst>
            </p:cNvPr>
            <p:cNvSpPr/>
            <p:nvPr/>
          </p:nvSpPr>
          <p:spPr>
            <a:xfrm>
              <a:off x="5776343" y="1334326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he-IL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377CF344-CCEF-5046-28F6-CBB808F9BD9F}"/>
                </a:ext>
              </a:extLst>
            </p:cNvPr>
            <p:cNvSpPr/>
            <p:nvPr/>
          </p:nvSpPr>
          <p:spPr>
            <a:xfrm>
              <a:off x="5776343" y="1215264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/>
                <a:t>-8.75</a:t>
              </a:r>
              <a:endParaRPr lang="he-IL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4C82818-1E69-BCD1-723D-A406E24AA1E8}"/>
                </a:ext>
              </a:extLst>
            </p:cNvPr>
            <p:cNvSpPr/>
            <p:nvPr/>
          </p:nvSpPr>
          <p:spPr>
            <a:xfrm>
              <a:off x="5776343" y="910465"/>
              <a:ext cx="819150" cy="428625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/>
                <a:t>-15</a:t>
              </a:r>
              <a:endParaRPr lang="he-IL"/>
            </a:p>
          </p:txBody>
        </p:sp>
        <p:sp>
          <p:nvSpPr>
            <p:cNvPr id="95" name="Trapezoid 94">
              <a:extLst>
                <a:ext uri="{FF2B5EF4-FFF2-40B4-BE49-F238E27FC236}">
                  <a16:creationId xmlns:a16="http://schemas.microsoft.com/office/drawing/2014/main" id="{7C11391B-2E88-07DD-E2A8-DA9EFD9FC583}"/>
                </a:ext>
              </a:extLst>
            </p:cNvPr>
            <p:cNvSpPr/>
            <p:nvPr/>
          </p:nvSpPr>
          <p:spPr>
            <a:xfrm>
              <a:off x="2521649" y="2709407"/>
              <a:ext cx="2063116" cy="648000"/>
            </a:xfrm>
            <a:prstGeom prst="trapezoid">
              <a:avLst>
                <a:gd name="adj" fmla="val 22233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600"/>
                <a:t>1</a:t>
              </a:r>
              <a:endParaRPr lang="he-IL" sz="3600"/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011361FF-9C97-362B-28DA-39E0A89120F5}"/>
                </a:ext>
              </a:extLst>
            </p:cNvPr>
            <p:cNvCxnSpPr>
              <a:cxnSpLocks/>
            </p:cNvCxnSpPr>
            <p:nvPr/>
          </p:nvCxnSpPr>
          <p:spPr>
            <a:xfrm>
              <a:off x="1931101" y="1810574"/>
              <a:ext cx="885825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8765841F-6CCB-5E21-1E87-DAF7718CA3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1101" y="910460"/>
              <a:ext cx="1123949" cy="78105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91AB6AED-82E1-5202-B8E6-30650CFB8994}"/>
                </a:ext>
              </a:extLst>
            </p:cNvPr>
            <p:cNvCxnSpPr/>
            <p:nvPr/>
          </p:nvCxnSpPr>
          <p:spPr>
            <a:xfrm>
              <a:off x="4266631" y="1810574"/>
              <a:ext cx="135255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37FBDE18-9FF4-3220-2D09-E377FF7DB27C}"/>
                </a:ext>
              </a:extLst>
            </p:cNvPr>
            <p:cNvCxnSpPr/>
            <p:nvPr/>
          </p:nvCxnSpPr>
          <p:spPr>
            <a:xfrm>
              <a:off x="4048125" y="1066800"/>
              <a:ext cx="1542481" cy="62471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54A44D14-415C-5F9C-B371-ADED114BA5BC}"/>
                </a:ext>
              </a:extLst>
            </p:cNvPr>
            <p:cNvCxnSpPr/>
            <p:nvPr/>
          </p:nvCxnSpPr>
          <p:spPr>
            <a:xfrm flipV="1">
              <a:off x="4486275" y="2001075"/>
              <a:ext cx="1132906" cy="67545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51">
              <a:extLst>
                <a:ext uri="{FF2B5EF4-FFF2-40B4-BE49-F238E27FC236}">
                  <a16:creationId xmlns:a16="http://schemas.microsoft.com/office/drawing/2014/main" id="{6391A63C-E880-DF88-0677-DE62C9A14986}"/>
                </a:ext>
              </a:extLst>
            </p:cNvPr>
            <p:cNvSpPr txBox="1"/>
            <p:nvPr/>
          </p:nvSpPr>
          <p:spPr>
            <a:xfrm>
              <a:off x="1007175" y="541128"/>
              <a:ext cx="69923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input</a:t>
              </a:r>
              <a:endParaRPr lang="he-IL" dirty="0"/>
            </a:p>
          </p:txBody>
        </p:sp>
        <p:sp>
          <p:nvSpPr>
            <p:cNvPr id="102" name="TextBox 52">
              <a:extLst>
                <a:ext uri="{FF2B5EF4-FFF2-40B4-BE49-F238E27FC236}">
                  <a16:creationId xmlns:a16="http://schemas.microsoft.com/office/drawing/2014/main" id="{64A2351F-F84A-CD55-3AF7-A70AF33A9C7E}"/>
                </a:ext>
              </a:extLst>
            </p:cNvPr>
            <p:cNvSpPr txBox="1"/>
            <p:nvPr/>
          </p:nvSpPr>
          <p:spPr>
            <a:xfrm>
              <a:off x="5761763" y="522083"/>
              <a:ext cx="848309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output</a:t>
              </a:r>
              <a:endParaRPr lang="he-IL"/>
            </a:p>
          </p:txBody>
        </p:sp>
        <p:sp>
          <p:nvSpPr>
            <p:cNvPr id="103" name="TextBox 54">
              <a:extLst>
                <a:ext uri="{FF2B5EF4-FFF2-40B4-BE49-F238E27FC236}">
                  <a16:creationId xmlns:a16="http://schemas.microsoft.com/office/drawing/2014/main" id="{51C3F834-835D-0B02-ABF8-599C5830E07B}"/>
                </a:ext>
              </a:extLst>
            </p:cNvPr>
            <p:cNvSpPr txBox="1"/>
            <p:nvPr/>
          </p:nvSpPr>
          <p:spPr>
            <a:xfrm>
              <a:off x="1662110" y="3265276"/>
              <a:ext cx="604653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bias</a:t>
              </a:r>
              <a:endParaRPr lang="he-IL"/>
            </a:p>
          </p:txBody>
        </p:sp>
        <p:sp>
          <p:nvSpPr>
            <p:cNvPr id="104" name="TextBox 56">
              <a:extLst>
                <a:ext uri="{FF2B5EF4-FFF2-40B4-BE49-F238E27FC236}">
                  <a16:creationId xmlns:a16="http://schemas.microsoft.com/office/drawing/2014/main" id="{E72DE914-EA81-48F6-4836-67D48E34478E}"/>
                </a:ext>
              </a:extLst>
            </p:cNvPr>
            <p:cNvSpPr txBox="1"/>
            <p:nvPr/>
          </p:nvSpPr>
          <p:spPr>
            <a:xfrm>
              <a:off x="3870298" y="0"/>
              <a:ext cx="1517058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activation function</a:t>
              </a:r>
              <a:endParaRPr lang="he-IL"/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ED34E33A-1A30-2857-E1FA-38A41CDC1D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02131" y="3192427"/>
              <a:ext cx="488804" cy="1571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F656B809-A393-5989-E094-762547D4B7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0876" y="577801"/>
              <a:ext cx="164692" cy="1783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7" name="Trapezoid 71">
              <a:extLst>
                <a:ext uri="{FF2B5EF4-FFF2-40B4-BE49-F238E27FC236}">
                  <a16:creationId xmlns:a16="http://schemas.microsoft.com/office/drawing/2014/main" id="{5822F342-7880-CA9E-9DC2-FADE707D6541}"/>
                </a:ext>
              </a:extLst>
            </p:cNvPr>
            <p:cNvSpPr/>
            <p:nvPr/>
          </p:nvSpPr>
          <p:spPr>
            <a:xfrm>
              <a:off x="0" y="2700860"/>
              <a:ext cx="1751406" cy="648000"/>
            </a:xfrm>
            <a:custGeom>
              <a:avLst/>
              <a:gdLst>
                <a:gd name="csX0" fmla="*/ 0 w 1905001"/>
                <a:gd name="csY0" fmla="*/ 648000 h 648000"/>
                <a:gd name="csX1" fmla="*/ 144070 w 1905001"/>
                <a:gd name="csY1" fmla="*/ 0 h 648000"/>
                <a:gd name="csX2" fmla="*/ 1760931 w 1905001"/>
                <a:gd name="csY2" fmla="*/ 0 h 648000"/>
                <a:gd name="csX3" fmla="*/ 1905001 w 1905001"/>
                <a:gd name="csY3" fmla="*/ 648000 h 648000"/>
                <a:gd name="csX4" fmla="*/ 0 w 1905001"/>
                <a:gd name="csY4" fmla="*/ 648000 h 648000"/>
                <a:gd name="csX0" fmla="*/ 0 w 1760931"/>
                <a:gd name="csY0" fmla="*/ 648000 h 648000"/>
                <a:gd name="csX1" fmla="*/ 144070 w 1760931"/>
                <a:gd name="csY1" fmla="*/ 0 h 648000"/>
                <a:gd name="csX2" fmla="*/ 1760931 w 1760931"/>
                <a:gd name="csY2" fmla="*/ 0 h 648000"/>
                <a:gd name="csX3" fmla="*/ 1524001 w 1760931"/>
                <a:gd name="csY3" fmla="*/ 648000 h 648000"/>
                <a:gd name="csX4" fmla="*/ 0 w 1760931"/>
                <a:gd name="csY4" fmla="*/ 648000 h 648000"/>
                <a:gd name="csX0" fmla="*/ 0 w 1837131"/>
                <a:gd name="csY0" fmla="*/ 648000 h 648000"/>
                <a:gd name="csX1" fmla="*/ 144070 w 1837131"/>
                <a:gd name="csY1" fmla="*/ 0 h 648000"/>
                <a:gd name="csX2" fmla="*/ 1837131 w 1837131"/>
                <a:gd name="csY2" fmla="*/ 9525 h 648000"/>
                <a:gd name="csX3" fmla="*/ 1524001 w 1837131"/>
                <a:gd name="csY3" fmla="*/ 648000 h 648000"/>
                <a:gd name="csX4" fmla="*/ 0 w 1837131"/>
                <a:gd name="csY4" fmla="*/ 648000 h 648000"/>
                <a:gd name="csX0" fmla="*/ 0 w 1837131"/>
                <a:gd name="csY0" fmla="*/ 648000 h 648000"/>
                <a:gd name="csX1" fmla="*/ 572695 w 1837131"/>
                <a:gd name="csY1" fmla="*/ 0 h 648000"/>
                <a:gd name="csX2" fmla="*/ 1837131 w 1837131"/>
                <a:gd name="csY2" fmla="*/ 9525 h 648000"/>
                <a:gd name="csX3" fmla="*/ 1524001 w 1837131"/>
                <a:gd name="csY3" fmla="*/ 648000 h 648000"/>
                <a:gd name="csX4" fmla="*/ 0 w 1837131"/>
                <a:gd name="csY4" fmla="*/ 648000 h 648000"/>
                <a:gd name="csX0" fmla="*/ 0 w 1675206"/>
                <a:gd name="csY0" fmla="*/ 648000 h 648000"/>
                <a:gd name="csX1" fmla="*/ 410770 w 1675206"/>
                <a:gd name="csY1" fmla="*/ 0 h 648000"/>
                <a:gd name="csX2" fmla="*/ 1675206 w 1675206"/>
                <a:gd name="csY2" fmla="*/ 9525 h 648000"/>
                <a:gd name="csX3" fmla="*/ 1362076 w 1675206"/>
                <a:gd name="csY3" fmla="*/ 648000 h 648000"/>
                <a:gd name="csX4" fmla="*/ 0 w 1675206"/>
                <a:gd name="csY4" fmla="*/ 648000 h 648000"/>
                <a:gd name="csX0" fmla="*/ 0 w 1751406"/>
                <a:gd name="csY0" fmla="*/ 648000 h 648000"/>
                <a:gd name="csX1" fmla="*/ 486970 w 1751406"/>
                <a:gd name="csY1" fmla="*/ 0 h 648000"/>
                <a:gd name="csX2" fmla="*/ 1751406 w 1751406"/>
                <a:gd name="csY2" fmla="*/ 9525 h 648000"/>
                <a:gd name="csX3" fmla="*/ 1438276 w 1751406"/>
                <a:gd name="csY3" fmla="*/ 648000 h 648000"/>
                <a:gd name="csX4" fmla="*/ 0 w 1751406"/>
                <a:gd name="csY4" fmla="*/ 648000 h 648000"/>
                <a:gd name="csX0" fmla="*/ 0 w 1751406"/>
                <a:gd name="csY0" fmla="*/ 638475 h 638475"/>
                <a:gd name="csX1" fmla="*/ 534595 w 1751406"/>
                <a:gd name="csY1" fmla="*/ 0 h 638475"/>
                <a:gd name="csX2" fmla="*/ 1751406 w 1751406"/>
                <a:gd name="csY2" fmla="*/ 0 h 638475"/>
                <a:gd name="csX3" fmla="*/ 1438276 w 1751406"/>
                <a:gd name="csY3" fmla="*/ 638475 h 638475"/>
                <a:gd name="csX4" fmla="*/ 0 w 1751406"/>
                <a:gd name="csY4" fmla="*/ 638475 h 638475"/>
                <a:gd name="csX0" fmla="*/ 0 w 1751406"/>
                <a:gd name="csY0" fmla="*/ 648000 h 648000"/>
                <a:gd name="csX1" fmla="*/ 534595 w 1751406"/>
                <a:gd name="csY1" fmla="*/ 0 h 648000"/>
                <a:gd name="csX2" fmla="*/ 1751406 w 1751406"/>
                <a:gd name="csY2" fmla="*/ 9525 h 648000"/>
                <a:gd name="csX3" fmla="*/ 1438276 w 1751406"/>
                <a:gd name="csY3" fmla="*/ 648000 h 648000"/>
                <a:gd name="csX4" fmla="*/ 0 w 1751406"/>
                <a:gd name="csY4" fmla="*/ 648000 h 64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751406" h="648000">
                  <a:moveTo>
                    <a:pt x="0" y="648000"/>
                  </a:moveTo>
                  <a:lnTo>
                    <a:pt x="534595" y="0"/>
                  </a:lnTo>
                  <a:lnTo>
                    <a:pt x="1751406" y="9525"/>
                  </a:lnTo>
                  <a:lnTo>
                    <a:pt x="1438276" y="648000"/>
                  </a:lnTo>
                  <a:lnTo>
                    <a:pt x="0" y="648000"/>
                  </a:ln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600"/>
                <a:t>1</a:t>
              </a:r>
              <a:endParaRPr lang="he-IL" sz="3600"/>
            </a:p>
          </p:txBody>
        </p: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A96298F0-7380-9D54-F202-201A98195C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3383" y="3164196"/>
              <a:ext cx="485777" cy="1786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019BB828-8846-012F-0FE0-FEEE1CCC00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8057" y="1903506"/>
              <a:ext cx="1186870" cy="111244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26C255E6-C0FD-BD18-2B76-F93CE39D8887}"/>
                </a:ext>
              </a:extLst>
            </p:cNvPr>
            <p:cNvCxnSpPr>
              <a:cxnSpLocks/>
              <a:stCxn id="107" idx="2"/>
            </p:cNvCxnSpPr>
            <p:nvPr/>
          </p:nvCxnSpPr>
          <p:spPr>
            <a:xfrm flipV="1">
              <a:off x="1751406" y="1085003"/>
              <a:ext cx="1263258" cy="162538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Flowchart: Manual Input 10">
              <a:extLst>
                <a:ext uri="{FF2B5EF4-FFF2-40B4-BE49-F238E27FC236}">
                  <a16:creationId xmlns:a16="http://schemas.microsoft.com/office/drawing/2014/main" id="{44C20E89-9CAD-46BC-C86A-F9DDFBC607B7}"/>
                </a:ext>
              </a:extLst>
            </p:cNvPr>
            <p:cNvSpPr/>
            <p:nvPr/>
          </p:nvSpPr>
          <p:spPr>
            <a:xfrm rot="5400000">
              <a:off x="3649208" y="706379"/>
              <a:ext cx="254724" cy="381951"/>
            </a:xfrm>
            <a:custGeom>
              <a:avLst/>
              <a:gdLst>
                <a:gd name="csX0" fmla="*/ 0 w 10000"/>
                <a:gd name="csY0" fmla="*/ 2000 h 10000"/>
                <a:gd name="csX1" fmla="*/ 10000 w 10000"/>
                <a:gd name="csY1" fmla="*/ 0 h 10000"/>
                <a:gd name="csX2" fmla="*/ 10000 w 10000"/>
                <a:gd name="csY2" fmla="*/ 10000 h 10000"/>
                <a:gd name="csX3" fmla="*/ 0 w 10000"/>
                <a:gd name="csY3" fmla="*/ 10000 h 10000"/>
                <a:gd name="csX4" fmla="*/ 0 w 10000"/>
                <a:gd name="csY4" fmla="*/ 2000 h 10000"/>
                <a:gd name="csX0" fmla="*/ 0 w 10304"/>
                <a:gd name="csY0" fmla="*/ 1102 h 10000"/>
                <a:gd name="csX1" fmla="*/ 10304 w 10304"/>
                <a:gd name="csY1" fmla="*/ 0 h 10000"/>
                <a:gd name="csX2" fmla="*/ 10304 w 10304"/>
                <a:gd name="csY2" fmla="*/ 10000 h 10000"/>
                <a:gd name="csX3" fmla="*/ 304 w 10304"/>
                <a:gd name="csY3" fmla="*/ 10000 h 10000"/>
                <a:gd name="csX4" fmla="*/ 0 w 10304"/>
                <a:gd name="csY4" fmla="*/ 1102 h 10000"/>
                <a:gd name="csX0" fmla="*/ 0 w 10152"/>
                <a:gd name="csY0" fmla="*/ 1401 h 10000"/>
                <a:gd name="csX1" fmla="*/ 10152 w 10152"/>
                <a:gd name="csY1" fmla="*/ 0 h 10000"/>
                <a:gd name="csX2" fmla="*/ 10152 w 10152"/>
                <a:gd name="csY2" fmla="*/ 10000 h 10000"/>
                <a:gd name="csX3" fmla="*/ 152 w 10152"/>
                <a:gd name="csY3" fmla="*/ 10000 h 10000"/>
                <a:gd name="csX4" fmla="*/ 0 w 10152"/>
                <a:gd name="csY4" fmla="*/ 1401 h 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152" h="10000">
                  <a:moveTo>
                    <a:pt x="0" y="1401"/>
                  </a:moveTo>
                  <a:lnTo>
                    <a:pt x="10152" y="0"/>
                  </a:lnTo>
                  <a:lnTo>
                    <a:pt x="10152" y="10000"/>
                  </a:lnTo>
                  <a:lnTo>
                    <a:pt x="152" y="10000"/>
                  </a:lnTo>
                  <a:cubicBezTo>
                    <a:pt x="51" y="7034"/>
                    <a:pt x="101" y="4367"/>
                    <a:pt x="0" y="1401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wrap="square" lIns="0" tIns="0" rIns="0" bIns="0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/>
                <a:t>f^2</a:t>
              </a:r>
              <a:endParaRPr lang="he-IL"/>
            </a:p>
          </p:txBody>
        </p:sp>
        <p:sp>
          <p:nvSpPr>
            <p:cNvPr id="112" name="Flowchart: Manual Input 21">
              <a:extLst>
                <a:ext uri="{FF2B5EF4-FFF2-40B4-BE49-F238E27FC236}">
                  <a16:creationId xmlns:a16="http://schemas.microsoft.com/office/drawing/2014/main" id="{8CF61671-F1AE-6F70-89B7-7D2844E9D40B}"/>
                </a:ext>
              </a:extLst>
            </p:cNvPr>
            <p:cNvSpPr/>
            <p:nvPr/>
          </p:nvSpPr>
          <p:spPr>
            <a:xfrm rot="16200000" flipH="1">
              <a:off x="3151730" y="680938"/>
              <a:ext cx="247649" cy="433389"/>
            </a:xfrm>
            <a:custGeom>
              <a:avLst/>
              <a:gdLst>
                <a:gd name="csX0" fmla="*/ 0 w 10000"/>
                <a:gd name="csY0" fmla="*/ 2000 h 10000"/>
                <a:gd name="csX1" fmla="*/ 10000 w 10000"/>
                <a:gd name="csY1" fmla="*/ 0 h 10000"/>
                <a:gd name="csX2" fmla="*/ 10000 w 10000"/>
                <a:gd name="csY2" fmla="*/ 10000 h 10000"/>
                <a:gd name="csX3" fmla="*/ 0 w 10000"/>
                <a:gd name="csY3" fmla="*/ 10000 h 10000"/>
                <a:gd name="csX4" fmla="*/ 0 w 10000"/>
                <a:gd name="csY4" fmla="*/ 2000 h 10000"/>
                <a:gd name="csX0" fmla="*/ 0 w 10000"/>
                <a:gd name="csY0" fmla="*/ 1473 h 10000"/>
                <a:gd name="csX1" fmla="*/ 10000 w 10000"/>
                <a:gd name="csY1" fmla="*/ 0 h 10000"/>
                <a:gd name="csX2" fmla="*/ 10000 w 10000"/>
                <a:gd name="csY2" fmla="*/ 10000 h 10000"/>
                <a:gd name="csX3" fmla="*/ 0 w 10000"/>
                <a:gd name="csY3" fmla="*/ 10000 h 10000"/>
                <a:gd name="csX4" fmla="*/ 0 w 10000"/>
                <a:gd name="csY4" fmla="*/ 1473 h 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000" h="10000">
                  <a:moveTo>
                    <a:pt x="0" y="1473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1473"/>
                  </a:ln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" wrap="square" lIns="0" tIns="0" rIns="0" bIns="0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/>
                <a:t>f</a:t>
              </a:r>
              <a:endParaRPr lang="he-IL"/>
            </a:p>
          </p:txBody>
        </p:sp>
        <p:sp>
          <p:nvSpPr>
            <p:cNvPr id="113" name="Flowchart: Manual Input 10">
              <a:extLst>
                <a:ext uri="{FF2B5EF4-FFF2-40B4-BE49-F238E27FC236}">
                  <a16:creationId xmlns:a16="http://schemas.microsoft.com/office/drawing/2014/main" id="{5F4A01CD-89BE-6B07-EC1F-1150A1A96772}"/>
                </a:ext>
              </a:extLst>
            </p:cNvPr>
            <p:cNvSpPr/>
            <p:nvPr/>
          </p:nvSpPr>
          <p:spPr>
            <a:xfrm rot="5400000">
              <a:off x="3696835" y="1474549"/>
              <a:ext cx="446169" cy="613409"/>
            </a:xfrm>
            <a:custGeom>
              <a:avLst/>
              <a:gdLst>
                <a:gd name="csX0" fmla="*/ 0 w 10000"/>
                <a:gd name="csY0" fmla="*/ 2000 h 10000"/>
                <a:gd name="csX1" fmla="*/ 10000 w 10000"/>
                <a:gd name="csY1" fmla="*/ 0 h 10000"/>
                <a:gd name="csX2" fmla="*/ 10000 w 10000"/>
                <a:gd name="csY2" fmla="*/ 10000 h 10000"/>
                <a:gd name="csX3" fmla="*/ 0 w 10000"/>
                <a:gd name="csY3" fmla="*/ 10000 h 10000"/>
                <a:gd name="csX4" fmla="*/ 0 w 10000"/>
                <a:gd name="csY4" fmla="*/ 2000 h 10000"/>
                <a:gd name="csX0" fmla="*/ 0 w 10304"/>
                <a:gd name="csY0" fmla="*/ 1102 h 10000"/>
                <a:gd name="csX1" fmla="*/ 10304 w 10304"/>
                <a:gd name="csY1" fmla="*/ 0 h 10000"/>
                <a:gd name="csX2" fmla="*/ 10304 w 10304"/>
                <a:gd name="csY2" fmla="*/ 10000 h 10000"/>
                <a:gd name="csX3" fmla="*/ 304 w 10304"/>
                <a:gd name="csY3" fmla="*/ 10000 h 10000"/>
                <a:gd name="csX4" fmla="*/ 0 w 10304"/>
                <a:gd name="csY4" fmla="*/ 1102 h 10000"/>
                <a:gd name="csX0" fmla="*/ 0 w 10152"/>
                <a:gd name="csY0" fmla="*/ 1401 h 10000"/>
                <a:gd name="csX1" fmla="*/ 10152 w 10152"/>
                <a:gd name="csY1" fmla="*/ 0 h 10000"/>
                <a:gd name="csX2" fmla="*/ 10152 w 10152"/>
                <a:gd name="csY2" fmla="*/ 10000 h 10000"/>
                <a:gd name="csX3" fmla="*/ 152 w 10152"/>
                <a:gd name="csY3" fmla="*/ 10000 h 10000"/>
                <a:gd name="csX4" fmla="*/ 0 w 10152"/>
                <a:gd name="csY4" fmla="*/ 1401 h 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152" h="10000">
                  <a:moveTo>
                    <a:pt x="0" y="1401"/>
                  </a:moveTo>
                  <a:lnTo>
                    <a:pt x="10152" y="0"/>
                  </a:lnTo>
                  <a:lnTo>
                    <a:pt x="10152" y="10000"/>
                  </a:lnTo>
                  <a:lnTo>
                    <a:pt x="152" y="10000"/>
                  </a:lnTo>
                  <a:cubicBezTo>
                    <a:pt x="51" y="7034"/>
                    <a:pt x="101" y="4367"/>
                    <a:pt x="0" y="1401"/>
                  </a:cubicBez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wrap="square" lIns="0" tIns="0" rIns="0" bIns="0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/>
                <a:t>f</a:t>
              </a:r>
              <a:endParaRPr lang="he-IL"/>
            </a:p>
          </p:txBody>
        </p:sp>
        <p:sp>
          <p:nvSpPr>
            <p:cNvPr id="114" name="Flowchart: Manual Input 21">
              <a:extLst>
                <a:ext uri="{FF2B5EF4-FFF2-40B4-BE49-F238E27FC236}">
                  <a16:creationId xmlns:a16="http://schemas.microsoft.com/office/drawing/2014/main" id="{4277BE30-EA16-33E0-1791-4526A3E273BF}"/>
                </a:ext>
              </a:extLst>
            </p:cNvPr>
            <p:cNvSpPr/>
            <p:nvPr/>
          </p:nvSpPr>
          <p:spPr>
            <a:xfrm rot="16200000" flipH="1">
              <a:off x="2942542" y="1465303"/>
              <a:ext cx="433778" cy="637768"/>
            </a:xfrm>
            <a:custGeom>
              <a:avLst/>
              <a:gdLst>
                <a:gd name="csX0" fmla="*/ 0 w 10000"/>
                <a:gd name="csY0" fmla="*/ 2000 h 10000"/>
                <a:gd name="csX1" fmla="*/ 10000 w 10000"/>
                <a:gd name="csY1" fmla="*/ 0 h 10000"/>
                <a:gd name="csX2" fmla="*/ 10000 w 10000"/>
                <a:gd name="csY2" fmla="*/ 10000 h 10000"/>
                <a:gd name="csX3" fmla="*/ 0 w 10000"/>
                <a:gd name="csY3" fmla="*/ 10000 h 10000"/>
                <a:gd name="csX4" fmla="*/ 0 w 10000"/>
                <a:gd name="csY4" fmla="*/ 2000 h 10000"/>
                <a:gd name="csX0" fmla="*/ 0 w 10000"/>
                <a:gd name="csY0" fmla="*/ 1473 h 10000"/>
                <a:gd name="csX1" fmla="*/ 10000 w 10000"/>
                <a:gd name="csY1" fmla="*/ 0 h 10000"/>
                <a:gd name="csX2" fmla="*/ 10000 w 10000"/>
                <a:gd name="csY2" fmla="*/ 10000 h 10000"/>
                <a:gd name="csX3" fmla="*/ 0 w 10000"/>
                <a:gd name="csY3" fmla="*/ 10000 h 10000"/>
                <a:gd name="csX4" fmla="*/ 0 w 10000"/>
                <a:gd name="csY4" fmla="*/ 1473 h 1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000" h="10000">
                  <a:moveTo>
                    <a:pt x="0" y="1473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1473"/>
                  </a:ln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" wrap="square" lIns="0" tIns="0" rIns="0" bIns="0" rtlCol="1" anchor="ctr"/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/>
                <a:t>f</a:t>
              </a:r>
              <a:endParaRPr lang="he-IL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1758C42-6E96-2E02-7270-D50B462995E8}"/>
                </a:ext>
              </a:extLst>
            </p:cNvPr>
            <p:cNvCxnSpPr/>
            <p:nvPr/>
          </p:nvCxnSpPr>
          <p:spPr>
            <a:xfrm>
              <a:off x="3498825" y="891415"/>
              <a:ext cx="8676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82A625E-F2B5-A3B9-974D-14FF03A5B722}"/>
                </a:ext>
              </a:extLst>
            </p:cNvPr>
            <p:cNvCxnSpPr/>
            <p:nvPr/>
          </p:nvCxnSpPr>
          <p:spPr>
            <a:xfrm>
              <a:off x="3478315" y="1784379"/>
              <a:ext cx="1349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1409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203AD-47D3-749C-CB1A-0299BA252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19E8E020-EEDA-F2B9-8C25-E811AF6659EA}"/>
              </a:ext>
            </a:extLst>
          </p:cNvPr>
          <p:cNvGrpSpPr/>
          <p:nvPr/>
        </p:nvGrpSpPr>
        <p:grpSpPr>
          <a:xfrm>
            <a:off x="1109684" y="1011483"/>
            <a:ext cx="5487907" cy="3828793"/>
            <a:chOff x="1109684" y="1011483"/>
            <a:chExt cx="5487907" cy="3828793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3B649685-C08B-8219-9758-F6CFDEBDDFE4}"/>
                </a:ext>
              </a:extLst>
            </p:cNvPr>
            <p:cNvSpPr/>
            <p:nvPr/>
          </p:nvSpPr>
          <p:spPr>
            <a:xfrm>
              <a:off x="2904905" y="1839620"/>
              <a:ext cx="680484" cy="5422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1" anchor="ctr"/>
            <a:lstStyle/>
            <a:p>
              <a:pPr algn="ctr"/>
              <a:r>
                <a:rPr lang="en-US" dirty="0"/>
                <a:t>f</a:t>
              </a:r>
              <a:endParaRPr lang="he-IL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363F0299-B871-6371-E907-95C32DE17566}"/>
                </a:ext>
              </a:extLst>
            </p:cNvPr>
            <p:cNvSpPr/>
            <p:nvPr/>
          </p:nvSpPr>
          <p:spPr>
            <a:xfrm>
              <a:off x="1109684" y="2381881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A68EA94B-1F9E-3A43-0BDD-C60A73902C09}"/>
                </a:ext>
              </a:extLst>
            </p:cNvPr>
            <p:cNvSpPr/>
            <p:nvPr/>
          </p:nvSpPr>
          <p:spPr>
            <a:xfrm>
              <a:off x="1109684" y="2356849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F29372A3-9F0A-7D77-24C4-E71ED5F79FF9}"/>
                </a:ext>
              </a:extLst>
            </p:cNvPr>
            <p:cNvSpPr/>
            <p:nvPr/>
          </p:nvSpPr>
          <p:spPr>
            <a:xfrm>
              <a:off x="1109684" y="2331817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BFA4C920-0CC4-21AE-BB92-CFD4C8C4FD74}"/>
                </a:ext>
              </a:extLst>
            </p:cNvPr>
            <p:cNvSpPr/>
            <p:nvPr/>
          </p:nvSpPr>
          <p:spPr>
            <a:xfrm>
              <a:off x="1109684" y="2306785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8757D5E6-7C62-1765-D1AD-22B23105E87B}"/>
                </a:ext>
              </a:extLst>
            </p:cNvPr>
            <p:cNvSpPr/>
            <p:nvPr/>
          </p:nvSpPr>
          <p:spPr>
            <a:xfrm>
              <a:off x="1109684" y="2281753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4A9993A6-D047-2955-0946-794B555C789D}"/>
                </a:ext>
              </a:extLst>
            </p:cNvPr>
            <p:cNvSpPr/>
            <p:nvPr/>
          </p:nvSpPr>
          <p:spPr>
            <a:xfrm>
              <a:off x="1109684" y="2256721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E48B6070-21E2-4260-A129-28DA695A2B76}"/>
                </a:ext>
              </a:extLst>
            </p:cNvPr>
            <p:cNvSpPr/>
            <p:nvPr/>
          </p:nvSpPr>
          <p:spPr>
            <a:xfrm>
              <a:off x="1109684" y="2231689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13BF03A2-B926-FA09-D439-02F11BEB55CF}"/>
                </a:ext>
              </a:extLst>
            </p:cNvPr>
            <p:cNvSpPr/>
            <p:nvPr/>
          </p:nvSpPr>
          <p:spPr>
            <a:xfrm>
              <a:off x="1109684" y="2206657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416C1006-1718-2E1E-CBC0-60A4E88FB186}"/>
                </a:ext>
              </a:extLst>
            </p:cNvPr>
            <p:cNvSpPr/>
            <p:nvPr/>
          </p:nvSpPr>
          <p:spPr>
            <a:xfrm>
              <a:off x="1109684" y="2181625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6C9448EF-74F4-8A44-F243-65073BCEF8BD}"/>
                </a:ext>
              </a:extLst>
            </p:cNvPr>
            <p:cNvSpPr/>
            <p:nvPr/>
          </p:nvSpPr>
          <p:spPr>
            <a:xfrm>
              <a:off x="1109684" y="2156593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600B7335-05AF-13D3-5CC5-45F255474DD9}"/>
                </a:ext>
              </a:extLst>
            </p:cNvPr>
            <p:cNvSpPr/>
            <p:nvPr/>
          </p:nvSpPr>
          <p:spPr>
            <a:xfrm>
              <a:off x="1109684" y="2131561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3D728DA-4F07-C606-B727-F7A55ACF8C8E}"/>
                </a:ext>
              </a:extLst>
            </p:cNvPr>
            <p:cNvSpPr/>
            <p:nvPr/>
          </p:nvSpPr>
          <p:spPr>
            <a:xfrm>
              <a:off x="1109684" y="2106529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28B4E45F-F4DD-BFD0-E027-5434A212FC40}"/>
                </a:ext>
              </a:extLst>
            </p:cNvPr>
            <p:cNvSpPr/>
            <p:nvPr/>
          </p:nvSpPr>
          <p:spPr>
            <a:xfrm>
              <a:off x="1109684" y="2081497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1" anchor="ctr"/>
            <a:lstStyle/>
            <a:p>
              <a:pPr algn="ctr"/>
              <a:r>
                <a:rPr lang="en-US" dirty="0"/>
                <a:t>-2</a:t>
              </a:r>
              <a:endParaRPr lang="he-IL" dirty="0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DB97EA60-8898-E567-8AC0-0093CFCC0B0A}"/>
                </a:ext>
              </a:extLst>
            </p:cNvPr>
            <p:cNvSpPr/>
            <p:nvPr/>
          </p:nvSpPr>
          <p:spPr>
            <a:xfrm>
              <a:off x="3904722" y="1839620"/>
              <a:ext cx="680484" cy="5422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1" anchor="ctr"/>
            <a:lstStyle/>
            <a:p>
              <a:pPr algn="ctr"/>
              <a:r>
                <a:rPr lang="en-US" dirty="0"/>
                <a:t>f^2</a:t>
              </a:r>
              <a:endParaRPr lang="he-IL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CCE2DA1-DDB6-0F56-8B9B-711C2B2F1981}"/>
                </a:ext>
              </a:extLst>
            </p:cNvPr>
            <p:cNvSpPr/>
            <p:nvPr/>
          </p:nvSpPr>
          <p:spPr>
            <a:xfrm>
              <a:off x="2904905" y="2937205"/>
              <a:ext cx="680484" cy="5422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1" anchor="ctr"/>
            <a:lstStyle/>
            <a:p>
              <a:pPr algn="ctr"/>
              <a:r>
                <a:rPr lang="en-US" dirty="0"/>
                <a:t>f</a:t>
              </a:r>
              <a:endParaRPr lang="he-IL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8B36949-4821-2F9E-5F92-246D8EE552BB}"/>
                </a:ext>
              </a:extLst>
            </p:cNvPr>
            <p:cNvSpPr/>
            <p:nvPr/>
          </p:nvSpPr>
          <p:spPr>
            <a:xfrm>
              <a:off x="3904722" y="2937205"/>
              <a:ext cx="680484" cy="5422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1" anchor="ctr"/>
            <a:lstStyle/>
            <a:p>
              <a:pPr algn="ctr"/>
              <a:r>
                <a:rPr lang="en-US" dirty="0"/>
                <a:t>f</a:t>
              </a:r>
              <a:endParaRPr lang="he-IL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70F7779-00A9-9DC0-8532-DC0D20C6754F}"/>
                </a:ext>
              </a:extLst>
            </p:cNvPr>
            <p:cNvSpPr/>
            <p:nvPr/>
          </p:nvSpPr>
          <p:spPr>
            <a:xfrm>
              <a:off x="3904722" y="4034790"/>
              <a:ext cx="680484" cy="5422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1" anchor="ctr"/>
            <a:lstStyle/>
            <a:p>
              <a:pPr algn="ctr"/>
              <a:r>
                <a:rPr lang="en-US" dirty="0"/>
                <a:t>1</a:t>
              </a:r>
              <a:endParaRPr lang="he-IL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9C2F73B-639F-C88B-BBDF-46F04AF5D229}"/>
                </a:ext>
              </a:extLst>
            </p:cNvPr>
            <p:cNvSpPr/>
            <p:nvPr/>
          </p:nvSpPr>
          <p:spPr>
            <a:xfrm>
              <a:off x="5755758" y="2887141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EDD169C-76B8-6C29-860D-73BCFB55DA93}"/>
                </a:ext>
              </a:extLst>
            </p:cNvPr>
            <p:cNvSpPr/>
            <p:nvPr/>
          </p:nvSpPr>
          <p:spPr>
            <a:xfrm>
              <a:off x="5755758" y="2862109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AC83720-A4F9-7110-563D-F6FC985F96C1}"/>
                </a:ext>
              </a:extLst>
            </p:cNvPr>
            <p:cNvSpPr/>
            <p:nvPr/>
          </p:nvSpPr>
          <p:spPr>
            <a:xfrm>
              <a:off x="5755758" y="2837077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D571584-B0FA-D287-AA54-16256AEF0367}"/>
                </a:ext>
              </a:extLst>
            </p:cNvPr>
            <p:cNvSpPr/>
            <p:nvPr/>
          </p:nvSpPr>
          <p:spPr>
            <a:xfrm>
              <a:off x="5755758" y="2812045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952D728-6F25-A063-29D0-219B8DDD2D51}"/>
                </a:ext>
              </a:extLst>
            </p:cNvPr>
            <p:cNvSpPr/>
            <p:nvPr/>
          </p:nvSpPr>
          <p:spPr>
            <a:xfrm>
              <a:off x="5755758" y="2787013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2094964-9537-E5D5-1EFD-B96B971A61CA}"/>
                </a:ext>
              </a:extLst>
            </p:cNvPr>
            <p:cNvSpPr/>
            <p:nvPr/>
          </p:nvSpPr>
          <p:spPr>
            <a:xfrm>
              <a:off x="5755758" y="2761981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802D866-7E7D-61B8-D62A-776811FCD0FC}"/>
                </a:ext>
              </a:extLst>
            </p:cNvPr>
            <p:cNvSpPr/>
            <p:nvPr/>
          </p:nvSpPr>
          <p:spPr>
            <a:xfrm>
              <a:off x="5755758" y="2736949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8E3DF8B-CECF-7F74-62CC-188559998CCA}"/>
                </a:ext>
              </a:extLst>
            </p:cNvPr>
            <p:cNvSpPr/>
            <p:nvPr/>
          </p:nvSpPr>
          <p:spPr>
            <a:xfrm>
              <a:off x="5755758" y="2711917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580B36A-2F10-04AD-6591-FBBB2C5FA707}"/>
                </a:ext>
              </a:extLst>
            </p:cNvPr>
            <p:cNvSpPr/>
            <p:nvPr/>
          </p:nvSpPr>
          <p:spPr>
            <a:xfrm>
              <a:off x="5755758" y="2686885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EED9F9B-E0FA-DB38-999E-D708FF1BD30E}"/>
                </a:ext>
              </a:extLst>
            </p:cNvPr>
            <p:cNvSpPr/>
            <p:nvPr/>
          </p:nvSpPr>
          <p:spPr>
            <a:xfrm>
              <a:off x="5755758" y="2661853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CF09205-3913-05EF-8B08-BF71B446969B}"/>
                </a:ext>
              </a:extLst>
            </p:cNvPr>
            <p:cNvSpPr/>
            <p:nvPr/>
          </p:nvSpPr>
          <p:spPr>
            <a:xfrm>
              <a:off x="5755758" y="2636821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601868C-1C40-EFF8-E5F4-9CDFB55C1673}"/>
                </a:ext>
              </a:extLst>
            </p:cNvPr>
            <p:cNvSpPr/>
            <p:nvPr/>
          </p:nvSpPr>
          <p:spPr>
            <a:xfrm>
              <a:off x="5755758" y="2611789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32C5219-6537-A8AE-AED4-F5A536924492}"/>
                </a:ext>
              </a:extLst>
            </p:cNvPr>
            <p:cNvSpPr/>
            <p:nvPr/>
          </p:nvSpPr>
          <p:spPr>
            <a:xfrm>
              <a:off x="5755758" y="2586757"/>
              <a:ext cx="680484" cy="68048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1" anchor="ctr"/>
            <a:lstStyle/>
            <a:p>
              <a:pPr algn="ctr"/>
              <a:r>
                <a:rPr lang="en-US" dirty="0"/>
                <a:t>-12</a:t>
              </a:r>
              <a:endParaRPr lang="he-IL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3119A66-0A5C-7D0F-0409-92062114C061}"/>
                </a:ext>
              </a:extLst>
            </p:cNvPr>
            <p:cNvCxnSpPr/>
            <p:nvPr/>
          </p:nvCxnSpPr>
          <p:spPr>
            <a:xfrm flipV="1">
              <a:off x="1967023" y="2156593"/>
              <a:ext cx="808075" cy="34024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9D8A378-599F-2878-CBFE-0CC952E58F6B}"/>
                </a:ext>
              </a:extLst>
            </p:cNvPr>
            <p:cNvCxnSpPr/>
            <p:nvPr/>
          </p:nvCxnSpPr>
          <p:spPr>
            <a:xfrm>
              <a:off x="1935126" y="2661853"/>
              <a:ext cx="818707" cy="49043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1445C-E520-C239-AC27-E1FB8B8EC2DA}"/>
                </a:ext>
              </a:extLst>
            </p:cNvPr>
            <p:cNvCxnSpPr>
              <a:stCxn id="119" idx="3"/>
              <a:endCxn id="147" idx="1"/>
            </p:cNvCxnSpPr>
            <p:nvPr/>
          </p:nvCxnSpPr>
          <p:spPr>
            <a:xfrm>
              <a:off x="3585389" y="2110751"/>
              <a:ext cx="319333" cy="0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487E705-7D42-8509-DC3E-9A6294B67572}"/>
                </a:ext>
              </a:extLst>
            </p:cNvPr>
            <p:cNvCxnSpPr>
              <a:stCxn id="2" idx="3"/>
              <a:endCxn id="3" idx="1"/>
            </p:cNvCxnSpPr>
            <p:nvPr/>
          </p:nvCxnSpPr>
          <p:spPr>
            <a:xfrm>
              <a:off x="3585389" y="3208336"/>
              <a:ext cx="319333" cy="0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32240E0-08A0-1C44-0FB0-701AC2A9CC02}"/>
                </a:ext>
              </a:extLst>
            </p:cNvPr>
            <p:cNvCxnSpPr/>
            <p:nvPr/>
          </p:nvCxnSpPr>
          <p:spPr>
            <a:xfrm flipV="1">
              <a:off x="1790168" y="2356849"/>
              <a:ext cx="984930" cy="111064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D96A381-D756-0A11-1304-AF3E97B90B22}"/>
                </a:ext>
              </a:extLst>
            </p:cNvPr>
            <p:cNvCxnSpPr/>
            <p:nvPr/>
          </p:nvCxnSpPr>
          <p:spPr>
            <a:xfrm flipV="1">
              <a:off x="1935126" y="3317305"/>
              <a:ext cx="818707" cy="22528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7D96811-4D77-53ED-6689-EA6549C6EF9C}"/>
                </a:ext>
              </a:extLst>
            </p:cNvPr>
            <p:cNvCxnSpPr>
              <a:cxnSpLocks/>
            </p:cNvCxnSpPr>
            <p:nvPr/>
          </p:nvCxnSpPr>
          <p:spPr>
            <a:xfrm>
              <a:off x="4731488" y="2231689"/>
              <a:ext cx="871870" cy="65545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B2E9BBC-4C45-D929-D519-F8A5E164C2C1}"/>
                </a:ext>
              </a:extLst>
            </p:cNvPr>
            <p:cNvCxnSpPr/>
            <p:nvPr/>
          </p:nvCxnSpPr>
          <p:spPr>
            <a:xfrm>
              <a:off x="4752753" y="3227383"/>
              <a:ext cx="850605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A2CB9D9-6612-4816-DC05-28EEFEE1FA69}"/>
                </a:ext>
              </a:extLst>
            </p:cNvPr>
            <p:cNvCxnSpPr/>
            <p:nvPr/>
          </p:nvCxnSpPr>
          <p:spPr>
            <a:xfrm flipV="1">
              <a:off x="4731488" y="3479466"/>
              <a:ext cx="925033" cy="70976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A06CE2B-93FB-4C59-B727-6601B2298973}"/>
                </a:ext>
              </a:extLst>
            </p:cNvPr>
            <p:cNvSpPr/>
            <p:nvPr/>
          </p:nvSpPr>
          <p:spPr>
            <a:xfrm>
              <a:off x="1109684" y="3563216"/>
              <a:ext cx="680484" cy="5422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1" anchor="ctr"/>
            <a:lstStyle/>
            <a:p>
              <a:pPr algn="ctr"/>
              <a:r>
                <a:rPr lang="en-US" dirty="0"/>
                <a:t>1</a:t>
              </a:r>
              <a:endParaRPr lang="he-IL" dirty="0"/>
            </a:p>
          </p:txBody>
        </p:sp>
        <p:sp>
          <p:nvSpPr>
            <p:cNvPr id="46" name="TextBox 51">
              <a:extLst>
                <a:ext uri="{FF2B5EF4-FFF2-40B4-BE49-F238E27FC236}">
                  <a16:creationId xmlns:a16="http://schemas.microsoft.com/office/drawing/2014/main" id="{7C2AD16E-E0AD-B8D8-4339-DF92363FCB5F}"/>
                </a:ext>
              </a:extLst>
            </p:cNvPr>
            <p:cNvSpPr txBox="1"/>
            <p:nvPr/>
          </p:nvSpPr>
          <p:spPr>
            <a:xfrm>
              <a:off x="1109684" y="1668237"/>
              <a:ext cx="69923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input</a:t>
              </a:r>
              <a:endParaRPr lang="he-IL" dirty="0"/>
            </a:p>
          </p:txBody>
        </p:sp>
        <p:sp>
          <p:nvSpPr>
            <p:cNvPr id="47" name="TextBox 52">
              <a:extLst>
                <a:ext uri="{FF2B5EF4-FFF2-40B4-BE49-F238E27FC236}">
                  <a16:creationId xmlns:a16="http://schemas.microsoft.com/office/drawing/2014/main" id="{79B71DFB-840A-8CDB-0F14-B5B04C46A720}"/>
                </a:ext>
              </a:extLst>
            </p:cNvPr>
            <p:cNvSpPr txBox="1"/>
            <p:nvPr/>
          </p:nvSpPr>
          <p:spPr>
            <a:xfrm>
              <a:off x="5749282" y="1668237"/>
              <a:ext cx="848309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output</a:t>
              </a:r>
              <a:endParaRPr lang="he-IL" dirty="0"/>
            </a:p>
          </p:txBody>
        </p:sp>
        <p:sp>
          <p:nvSpPr>
            <p:cNvPr id="48" name="TextBox 54">
              <a:extLst>
                <a:ext uri="{FF2B5EF4-FFF2-40B4-BE49-F238E27FC236}">
                  <a16:creationId xmlns:a16="http://schemas.microsoft.com/office/drawing/2014/main" id="{1608A099-053D-5E74-B226-65D04AF1AD3F}"/>
                </a:ext>
              </a:extLst>
            </p:cNvPr>
            <p:cNvSpPr txBox="1"/>
            <p:nvPr/>
          </p:nvSpPr>
          <p:spPr>
            <a:xfrm>
              <a:off x="2640494" y="4470944"/>
              <a:ext cx="604653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bias</a:t>
              </a:r>
              <a:endParaRPr lang="he-IL" dirty="0"/>
            </a:p>
          </p:txBody>
        </p:sp>
        <p:sp>
          <p:nvSpPr>
            <p:cNvPr id="49" name="TextBox 56">
              <a:extLst>
                <a:ext uri="{FF2B5EF4-FFF2-40B4-BE49-F238E27FC236}">
                  <a16:creationId xmlns:a16="http://schemas.microsoft.com/office/drawing/2014/main" id="{AB2AB35C-19D3-8243-EC39-B3B28AEBF865}"/>
                </a:ext>
              </a:extLst>
            </p:cNvPr>
            <p:cNvSpPr txBox="1"/>
            <p:nvPr/>
          </p:nvSpPr>
          <p:spPr>
            <a:xfrm>
              <a:off x="4451245" y="1011483"/>
              <a:ext cx="1517058" cy="646331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>
              <a:defPPr>
                <a:defRPr lang="he-IL"/>
              </a:defPPr>
              <a:lvl1pPr marL="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activation function</a:t>
              </a:r>
              <a:endParaRPr lang="he-IL" dirty="0"/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9C6F922F-5532-46FE-907D-8F66131C65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9983" y="4498489"/>
              <a:ext cx="488804" cy="1571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B2C85DCA-54F5-B666-E349-762B9E7D10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88061" y="1613754"/>
              <a:ext cx="164692" cy="1783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16296C9-7067-1EFB-B223-84EC74852651}"/>
                </a:ext>
              </a:extLst>
            </p:cNvPr>
            <p:cNvCxnSpPr>
              <a:cxnSpLocks/>
              <a:stCxn id="48" idx="1"/>
            </p:cNvCxnSpPr>
            <p:nvPr/>
          </p:nvCxnSpPr>
          <p:spPr>
            <a:xfrm flipH="1" flipV="1">
              <a:off x="1824056" y="4159620"/>
              <a:ext cx="816438" cy="4959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7842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58</Words>
  <Application>Microsoft Office PowerPoint</Application>
  <PresentationFormat>Widescreen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Vladimir Gaponenko (Tami)</dc:creator>
  <cp:lastModifiedBy>Vladimir Gaponenko (Tami)</cp:lastModifiedBy>
  <cp:revision>1</cp:revision>
  <dcterms:created xsi:type="dcterms:W3CDTF">2026-01-20T11:18:38Z</dcterms:created>
  <dcterms:modified xsi:type="dcterms:W3CDTF">2026-01-20T12:38:07Z</dcterms:modified>
</cp:coreProperties>
</file>